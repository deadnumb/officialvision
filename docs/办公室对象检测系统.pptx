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6" r:id="rId3"/>
    <p:sldId id="263" r:id="rId4"/>
    <p:sldId id="264" r:id="rId5"/>
    <p:sldId id="260" r:id="rId6"/>
    <p:sldId id="266" r:id="rId7"/>
    <p:sldId id="265" r:id="rId8"/>
    <p:sldId id="261" r:id="rId9"/>
    <p:sldId id="268" r:id="rId10"/>
    <p:sldId id="267" r:id="rId11"/>
    <p:sldId id="258" r:id="rId12"/>
    <p:sldId id="270" r:id="rId13"/>
    <p:sldId id="269" r:id="rId14"/>
    <p:sldId id="262" r:id="rId15"/>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3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A43"/>
    <a:srgbClr val="2B3D4E"/>
    <a:srgbClr val="BD4045"/>
    <a:srgbClr val="D7D9DA"/>
    <a:srgbClr val="DC4649"/>
    <a:srgbClr val="DC47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4660"/>
  </p:normalViewPr>
  <p:slideViewPr>
    <p:cSldViewPr snapToGrid="0" showGuides="1">
      <p:cViewPr varScale="1">
        <p:scale>
          <a:sx n="117" d="100"/>
          <a:sy n="117" d="100"/>
        </p:scale>
        <p:origin x="132" y="96"/>
      </p:cViewPr>
      <p:guideLst>
        <p:guide orient="horz" pos="2144"/>
        <p:guide pos="38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BB808E-FEDE-488E-BF69-45D426E32859}" type="slidenum">
              <a:rPr lang="zh-CN" altLang="en-US" smtClean="0"/>
              <a:t>‹#›</a:t>
            </a:fld>
            <a:endParaRPr lang="zh-CN" altLang="en-US"/>
          </a:p>
        </p:txBody>
      </p:sp>
      <p:cxnSp>
        <p:nvCxnSpPr>
          <p:cNvPr id="23" name="直接连接符 22"/>
          <p:cNvCxnSpPr/>
          <p:nvPr userDrawn="1"/>
        </p:nvCxnSpPr>
        <p:spPr>
          <a:xfrm flipV="1">
            <a:off x="5081" y="810920"/>
            <a:ext cx="11664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4" name="组合 23"/>
          <p:cNvGrpSpPr/>
          <p:nvPr userDrawn="1"/>
        </p:nvGrpSpPr>
        <p:grpSpPr>
          <a:xfrm>
            <a:off x="10091420" y="759008"/>
            <a:ext cx="2100580" cy="108000"/>
            <a:chOff x="10030460" y="840288"/>
            <a:chExt cx="2100580" cy="108000"/>
          </a:xfrm>
        </p:grpSpPr>
        <p:sp>
          <p:nvSpPr>
            <p:cNvPr id="25" name="矩形 24"/>
            <p:cNvSpPr/>
            <p:nvPr/>
          </p:nvSpPr>
          <p:spPr>
            <a:xfrm>
              <a:off x="10030460" y="840288"/>
              <a:ext cx="607947"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0776777" y="840288"/>
              <a:ext cx="607947" cy="108000"/>
            </a:xfrm>
            <a:prstGeom prst="rect">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1523093" y="840288"/>
              <a:ext cx="607947"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6" descr="2"/>
          <p:cNvPicPr>
            <a:picLocks noChangeAspect="1"/>
          </p:cNvPicPr>
          <p:nvPr userDrawn="1"/>
        </p:nvPicPr>
        <p:blipFill>
          <a:blip r:embed="rId2"/>
          <a:stretch>
            <a:fillRect/>
          </a:stretch>
        </p:blipFill>
        <p:spPr>
          <a:xfrm>
            <a:off x="238760" y="182245"/>
            <a:ext cx="1625600" cy="478155"/>
          </a:xfrm>
          <a:prstGeom prst="rect">
            <a:avLst/>
          </a:prstGeom>
        </p:spPr>
      </p:pic>
      <p:sp>
        <p:nvSpPr>
          <p:cNvPr id="8" name="TextBox 18"/>
          <p:cNvSpPr txBox="1"/>
          <p:nvPr userDrawn="1"/>
        </p:nvSpPr>
        <p:spPr>
          <a:xfrm>
            <a:off x="10003790" y="247015"/>
            <a:ext cx="2327275" cy="337185"/>
          </a:xfrm>
          <a:prstGeom prst="rect">
            <a:avLst/>
          </a:prstGeom>
          <a:noFill/>
        </p:spPr>
        <p:txBody>
          <a:bodyPr wrap="square" rtlCol="0">
            <a:spAutoFit/>
          </a:bodyPr>
          <a:lstStyle/>
          <a:p>
            <a:r>
              <a:rPr lang="zh-CN" altLang="en-US" sz="1600" dirty="0">
                <a:solidFill>
                  <a:srgbClr val="353A43"/>
                </a:solidFill>
                <a:effectLst/>
                <a:latin typeface="微软雅黑" panose="020B0503020204020204" pitchFamily="34" charset="-122"/>
                <a:ea typeface="微软雅黑" panose="020B0503020204020204" pitchFamily="34" charset="-122"/>
              </a:rPr>
              <a:t>高端</a:t>
            </a:r>
            <a:r>
              <a:rPr lang="en-US" altLang="zh-CN" sz="1600" dirty="0">
                <a:solidFill>
                  <a:srgbClr val="353A43"/>
                </a:solidFill>
                <a:effectLst/>
                <a:latin typeface="微软雅黑" panose="020B0503020204020204" pitchFamily="34" charset="-122"/>
                <a:ea typeface="微软雅黑" panose="020B0503020204020204" pitchFamily="34" charset="-122"/>
              </a:rPr>
              <a:t>IT</a:t>
            </a:r>
            <a:r>
              <a:rPr lang="zh-CN" altLang="en-US" sz="1600" dirty="0">
                <a:solidFill>
                  <a:srgbClr val="353A43"/>
                </a:solidFill>
                <a:effectLst/>
                <a:latin typeface="微软雅黑" panose="020B0503020204020204" pitchFamily="34" charset="-122"/>
                <a:ea typeface="微软雅黑" panose="020B0503020204020204" pitchFamily="34" charset="-122"/>
              </a:rPr>
              <a:t>就业培训专家</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8BB808E-FEDE-488E-BF69-45D426E3285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457BC-A446-46C0-85F3-56315C8089CA}" type="datetimeFigureOut">
              <a:rPr lang="zh-CN" altLang="en-US" smtClean="0"/>
              <a:t>2026/3/30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BB808E-FEDE-488E-BF69-45D426E328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3929"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p:cNvSpPr txBox="1"/>
          <p:nvPr/>
        </p:nvSpPr>
        <p:spPr>
          <a:xfrm>
            <a:off x="1505081" y="2896364"/>
            <a:ext cx="9169138" cy="1014730"/>
          </a:xfrm>
          <a:prstGeom prst="rect">
            <a:avLst/>
          </a:prstGeom>
          <a:noFill/>
        </p:spPr>
        <p:txBody>
          <a:bodyPr wrap="square" rtlCol="0">
            <a:spAutoFit/>
          </a:bodyPr>
          <a:lstStyle/>
          <a:p>
            <a:pPr algn="ctr"/>
            <a:r>
              <a:rPr lang="zh-CN" altLang="en-US" sz="6000" b="1" spc="300" dirty="0">
                <a:solidFill>
                  <a:srgbClr val="2B3D4E"/>
                </a:solidFill>
                <a:latin typeface="微软雅黑" panose="020B0503020204020204" pitchFamily="34" charset="-122"/>
                <a:ea typeface="微软雅黑" panose="020B0503020204020204" pitchFamily="34" charset="-122"/>
              </a:rPr>
              <a:t>办公室检测项目</a:t>
            </a:r>
          </a:p>
        </p:txBody>
      </p:sp>
      <p:cxnSp>
        <p:nvCxnSpPr>
          <p:cNvPr id="22" name="直接连接符 21"/>
          <p:cNvCxnSpPr/>
          <p:nvPr/>
        </p:nvCxnSpPr>
        <p:spPr>
          <a:xfrm>
            <a:off x="5497011" y="4295153"/>
            <a:ext cx="119797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482273" y="4540885"/>
            <a:ext cx="1227455" cy="64633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353A43"/>
                </a:solidFill>
                <a:latin typeface="微软雅黑" panose="020B0503020204020204" pitchFamily="34" charset="-122"/>
                <a:ea typeface="微软雅黑" panose="020B0503020204020204" pitchFamily="34" charset="-122"/>
              </a:rPr>
              <a:t>汇报人</a:t>
            </a:r>
            <a:endParaRPr lang="en-US" altLang="zh-CN" dirty="0">
              <a:solidFill>
                <a:srgbClr val="353A43"/>
              </a:solidFill>
              <a:latin typeface="微软雅黑" panose="020B0503020204020204" pitchFamily="34" charset="-122"/>
              <a:ea typeface="微软雅黑" panose="020B0503020204020204" pitchFamily="34" charset="-122"/>
            </a:endParaRPr>
          </a:p>
          <a:p>
            <a:pPr algn="dist"/>
            <a:r>
              <a:rPr lang="zh-CN" altLang="en-US" dirty="0">
                <a:solidFill>
                  <a:srgbClr val="353A43"/>
                </a:solidFill>
                <a:latin typeface="微软雅黑" panose="020B0503020204020204" pitchFamily="34" charset="-122"/>
                <a:ea typeface="微软雅黑" panose="020B0503020204020204" pitchFamily="34" charset="-122"/>
              </a:rPr>
              <a:t>李佳恒</a:t>
            </a:r>
          </a:p>
        </p:txBody>
      </p:sp>
      <p:pic>
        <p:nvPicPr>
          <p:cNvPr id="13" name="图片 12" descr="19年logo红色"/>
          <p:cNvPicPr>
            <a:picLocks noChangeAspect="1"/>
          </p:cNvPicPr>
          <p:nvPr>
            <p:custDataLst>
              <p:tags r:id="rId1"/>
            </p:custDataLst>
          </p:nvPr>
        </p:nvPicPr>
        <p:blipFill>
          <a:blip r:embed="rId3"/>
          <a:stretch>
            <a:fillRect/>
          </a:stretch>
        </p:blipFill>
        <p:spPr>
          <a:xfrm>
            <a:off x="4612640" y="1578610"/>
            <a:ext cx="2966720" cy="7880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40146" y="4583575"/>
            <a:ext cx="2362958" cy="2274425"/>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1"/>
            <a:ext cx="3096645" cy="2988628"/>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菱形 25"/>
          <p:cNvSpPr/>
          <p:nvPr/>
        </p:nvSpPr>
        <p:spPr>
          <a:xfrm>
            <a:off x="1409070" y="2780952"/>
            <a:ext cx="918118" cy="91811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华文细黑" panose="02010600040101010101" pitchFamily="2" charset="-122"/>
              <a:ea typeface="华文细黑" panose="02010600040101010101" pitchFamily="2" charset="-122"/>
            </a:endParaRPr>
          </a:p>
        </p:txBody>
      </p:sp>
      <p:sp>
        <p:nvSpPr>
          <p:cNvPr id="27" name="文本框 26"/>
          <p:cNvSpPr txBox="1"/>
          <p:nvPr/>
        </p:nvSpPr>
        <p:spPr>
          <a:xfrm>
            <a:off x="388848" y="2957480"/>
            <a:ext cx="2950112" cy="583565"/>
          </a:xfrm>
          <a:prstGeom prst="rect">
            <a:avLst/>
          </a:prstGeom>
          <a:noFill/>
        </p:spPr>
        <p:txBody>
          <a:bodyPr wrap="square" rtlCol="0">
            <a:spAutoFit/>
          </a:bodyPr>
          <a:lstStyle/>
          <a:p>
            <a:pPr algn="ctr"/>
            <a:r>
              <a:rPr lang="en-US" altLang="zh-CN" sz="3200" dirty="0">
                <a:solidFill>
                  <a:schemeClr val="bg1"/>
                </a:solidFill>
                <a:latin typeface="华文细黑" panose="02010600040101010101" pitchFamily="2" charset="-122"/>
                <a:ea typeface="华文细黑" panose="02010600040101010101" pitchFamily="2" charset="-122"/>
              </a:rPr>
              <a:t>01</a:t>
            </a:r>
            <a:endParaRPr lang="zh-CN" altLang="en-US" sz="3200" spc="300" dirty="0">
              <a:solidFill>
                <a:schemeClr val="bg1"/>
              </a:solidFill>
              <a:latin typeface="华文细黑" panose="02010600040101010101" pitchFamily="2" charset="-122"/>
              <a:ea typeface="华文细黑" panose="02010600040101010101" pitchFamily="2" charset="-122"/>
            </a:endParaRPr>
          </a:p>
        </p:txBody>
      </p:sp>
      <p:sp>
        <p:nvSpPr>
          <p:cNvPr id="28" name="文本框 27"/>
          <p:cNvSpPr txBox="1"/>
          <p:nvPr/>
        </p:nvSpPr>
        <p:spPr>
          <a:xfrm>
            <a:off x="434644" y="3925823"/>
            <a:ext cx="2858518" cy="521970"/>
          </a:xfrm>
          <a:prstGeom prst="rect">
            <a:avLst/>
          </a:prstGeom>
          <a:noFill/>
        </p:spPr>
        <p:txBody>
          <a:bodyPr vert="horz" wrap="square" rtlCol="0">
            <a:spAutoFit/>
          </a:bodyPr>
          <a:lstStyle/>
          <a:p>
            <a:pPr algn="ctr"/>
            <a:r>
              <a:rPr lang="zh-CN" altLang="en-US" sz="2800" b="1" spc="300" dirty="0">
                <a:solidFill>
                  <a:schemeClr val="accent1"/>
                </a:solidFill>
                <a:latin typeface="微软雅黑" panose="020B0503020204020204" pitchFamily="34" charset="-122"/>
                <a:ea typeface="微软雅黑" panose="020B0503020204020204" pitchFamily="34" charset="-122"/>
                <a:sym typeface="+mn-ea"/>
              </a:rPr>
              <a:t>概述</a:t>
            </a:r>
          </a:p>
        </p:txBody>
      </p:sp>
      <p:sp>
        <p:nvSpPr>
          <p:cNvPr id="29" name="文本框 28"/>
          <p:cNvSpPr txBox="1"/>
          <p:nvPr/>
        </p:nvSpPr>
        <p:spPr>
          <a:xfrm>
            <a:off x="517560" y="4399678"/>
            <a:ext cx="2692686" cy="605487"/>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nSpc>
                <a:spcPct val="200000"/>
              </a:lnSpc>
            </a:pPr>
            <a:r>
              <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rPr>
              <a:t>项目功能概述、成员分工</a:t>
            </a:r>
          </a:p>
          <a:p>
            <a:pPr>
              <a:lnSpc>
                <a:spcPct val="200000"/>
              </a:lnSpc>
            </a:pPr>
            <a:endPar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30" name="菱形 29"/>
          <p:cNvSpPr/>
          <p:nvPr/>
        </p:nvSpPr>
        <p:spPr>
          <a:xfrm>
            <a:off x="4230468" y="2780952"/>
            <a:ext cx="918118" cy="91811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华文细黑" panose="02010600040101010101" pitchFamily="2" charset="-122"/>
              <a:ea typeface="华文细黑" panose="02010600040101010101" pitchFamily="2" charset="-122"/>
            </a:endParaRPr>
          </a:p>
        </p:txBody>
      </p:sp>
      <p:sp>
        <p:nvSpPr>
          <p:cNvPr id="31" name="文本框 30"/>
          <p:cNvSpPr txBox="1"/>
          <p:nvPr/>
        </p:nvSpPr>
        <p:spPr>
          <a:xfrm>
            <a:off x="3210246" y="2957480"/>
            <a:ext cx="2950112" cy="583565"/>
          </a:xfrm>
          <a:prstGeom prst="rect">
            <a:avLst/>
          </a:prstGeom>
          <a:noFill/>
        </p:spPr>
        <p:txBody>
          <a:bodyPr wrap="square" rtlCol="0">
            <a:spAutoFit/>
          </a:bodyPr>
          <a:lstStyle/>
          <a:p>
            <a:pPr algn="ctr"/>
            <a:r>
              <a:rPr lang="en-US" altLang="zh-CN" sz="3200" dirty="0">
                <a:solidFill>
                  <a:schemeClr val="bg1"/>
                </a:solidFill>
                <a:latin typeface="华文细黑" panose="02010600040101010101" pitchFamily="2" charset="-122"/>
                <a:ea typeface="华文细黑" panose="02010600040101010101" pitchFamily="2" charset="-122"/>
              </a:rPr>
              <a:t>02</a:t>
            </a:r>
            <a:endParaRPr lang="zh-CN" altLang="en-US" sz="3200" spc="300" dirty="0">
              <a:solidFill>
                <a:schemeClr val="bg1"/>
              </a:solidFill>
              <a:latin typeface="华文细黑" panose="02010600040101010101" pitchFamily="2" charset="-122"/>
              <a:ea typeface="华文细黑" panose="02010600040101010101" pitchFamily="2" charset="-122"/>
            </a:endParaRPr>
          </a:p>
        </p:txBody>
      </p:sp>
      <p:sp>
        <p:nvSpPr>
          <p:cNvPr id="32" name="文本框 31"/>
          <p:cNvSpPr txBox="1"/>
          <p:nvPr/>
        </p:nvSpPr>
        <p:spPr>
          <a:xfrm>
            <a:off x="3256042" y="3925823"/>
            <a:ext cx="2858518" cy="521970"/>
          </a:xfrm>
          <a:prstGeom prst="rect">
            <a:avLst/>
          </a:prstGeom>
          <a:noFill/>
        </p:spPr>
        <p:txBody>
          <a:bodyPr vert="horz" wrap="square" rtlCol="0">
            <a:spAutoFit/>
          </a:bodyPr>
          <a:lstStyle/>
          <a:p>
            <a:pPr algn="ctr"/>
            <a:r>
              <a:rPr lang="zh-CN" altLang="en-US" sz="2800" b="1" spc="300" dirty="0">
                <a:solidFill>
                  <a:schemeClr val="accent1"/>
                </a:solidFill>
                <a:latin typeface="微软雅黑" panose="020B0503020204020204" pitchFamily="34" charset="-122"/>
                <a:ea typeface="微软雅黑" panose="020B0503020204020204" pitchFamily="34" charset="-122"/>
                <a:sym typeface="+mn-ea"/>
              </a:rPr>
              <a:t>项目框架</a:t>
            </a:r>
          </a:p>
        </p:txBody>
      </p:sp>
      <p:sp>
        <p:nvSpPr>
          <p:cNvPr id="33" name="文本框 32"/>
          <p:cNvSpPr txBox="1"/>
          <p:nvPr/>
        </p:nvSpPr>
        <p:spPr>
          <a:xfrm>
            <a:off x="3338959" y="4399678"/>
            <a:ext cx="2692686" cy="328488"/>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nSpc>
                <a:spcPct val="200000"/>
              </a:lnSpc>
            </a:pPr>
            <a:r>
              <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rPr>
              <a:t>项目模块结构设计框架介绍</a:t>
            </a:r>
          </a:p>
        </p:txBody>
      </p:sp>
      <p:sp>
        <p:nvSpPr>
          <p:cNvPr id="34" name="菱形 33"/>
          <p:cNvSpPr/>
          <p:nvPr/>
        </p:nvSpPr>
        <p:spPr>
          <a:xfrm>
            <a:off x="7051866" y="2780952"/>
            <a:ext cx="918118" cy="91811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华文细黑" panose="02010600040101010101" pitchFamily="2" charset="-122"/>
              <a:ea typeface="华文细黑" panose="02010600040101010101" pitchFamily="2" charset="-122"/>
            </a:endParaRPr>
          </a:p>
        </p:txBody>
      </p:sp>
      <p:sp>
        <p:nvSpPr>
          <p:cNvPr id="35" name="文本框 34"/>
          <p:cNvSpPr txBox="1"/>
          <p:nvPr/>
        </p:nvSpPr>
        <p:spPr>
          <a:xfrm>
            <a:off x="6031644" y="2957480"/>
            <a:ext cx="2950112" cy="583565"/>
          </a:xfrm>
          <a:prstGeom prst="rect">
            <a:avLst/>
          </a:prstGeom>
          <a:noFill/>
        </p:spPr>
        <p:txBody>
          <a:bodyPr wrap="square" rtlCol="0">
            <a:spAutoFit/>
          </a:bodyPr>
          <a:lstStyle/>
          <a:p>
            <a:pPr algn="ctr"/>
            <a:r>
              <a:rPr lang="en-US" altLang="zh-CN" sz="3200" dirty="0">
                <a:solidFill>
                  <a:schemeClr val="bg1"/>
                </a:solidFill>
                <a:latin typeface="华文细黑" panose="02010600040101010101" pitchFamily="2" charset="-122"/>
                <a:ea typeface="华文细黑" panose="02010600040101010101" pitchFamily="2" charset="-122"/>
              </a:rPr>
              <a:t>03</a:t>
            </a:r>
            <a:endParaRPr lang="zh-CN" altLang="en-US" sz="3200" spc="300" dirty="0">
              <a:solidFill>
                <a:schemeClr val="bg1"/>
              </a:solidFill>
              <a:latin typeface="华文细黑" panose="02010600040101010101" pitchFamily="2" charset="-122"/>
              <a:ea typeface="华文细黑" panose="02010600040101010101" pitchFamily="2" charset="-122"/>
            </a:endParaRPr>
          </a:p>
        </p:txBody>
      </p:sp>
      <p:sp>
        <p:nvSpPr>
          <p:cNvPr id="36" name="文本框 35"/>
          <p:cNvSpPr txBox="1"/>
          <p:nvPr/>
        </p:nvSpPr>
        <p:spPr>
          <a:xfrm>
            <a:off x="6077440" y="3925823"/>
            <a:ext cx="2858518" cy="521970"/>
          </a:xfrm>
          <a:prstGeom prst="rect">
            <a:avLst/>
          </a:prstGeom>
          <a:noFill/>
        </p:spPr>
        <p:txBody>
          <a:bodyPr vert="horz" wrap="square" rtlCol="0">
            <a:spAutoFit/>
          </a:bodyPr>
          <a:lstStyle/>
          <a:p>
            <a:pPr algn="ctr"/>
            <a:r>
              <a:rPr lang="zh-CN" altLang="en-US" sz="2800" b="1" spc="300" dirty="0">
                <a:solidFill>
                  <a:schemeClr val="accent1"/>
                </a:solidFill>
                <a:latin typeface="微软雅黑" panose="020B0503020204020204" pitchFamily="34" charset="-122"/>
                <a:ea typeface="微软雅黑" panose="020B0503020204020204" pitchFamily="34" charset="-122"/>
              </a:rPr>
              <a:t>模块功能描述</a:t>
            </a:r>
          </a:p>
        </p:txBody>
      </p:sp>
      <p:sp>
        <p:nvSpPr>
          <p:cNvPr id="37" name="文本框 36"/>
          <p:cNvSpPr txBox="1"/>
          <p:nvPr/>
        </p:nvSpPr>
        <p:spPr>
          <a:xfrm>
            <a:off x="6160357" y="4399678"/>
            <a:ext cx="2692686" cy="328488"/>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nSpc>
                <a:spcPct val="200000"/>
              </a:lnSpc>
            </a:pPr>
            <a:r>
              <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rPr>
              <a:t>模块关键点与功能实现描述</a:t>
            </a:r>
          </a:p>
        </p:txBody>
      </p:sp>
      <p:sp>
        <p:nvSpPr>
          <p:cNvPr id="38" name="菱形 37"/>
          <p:cNvSpPr/>
          <p:nvPr/>
        </p:nvSpPr>
        <p:spPr>
          <a:xfrm>
            <a:off x="9873265" y="2780952"/>
            <a:ext cx="918118" cy="91811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华文细黑" panose="02010600040101010101" pitchFamily="2" charset="-122"/>
              <a:ea typeface="华文细黑" panose="02010600040101010101" pitchFamily="2" charset="-122"/>
            </a:endParaRPr>
          </a:p>
        </p:txBody>
      </p:sp>
      <p:sp>
        <p:nvSpPr>
          <p:cNvPr id="39" name="文本框 38"/>
          <p:cNvSpPr txBox="1"/>
          <p:nvPr/>
        </p:nvSpPr>
        <p:spPr>
          <a:xfrm>
            <a:off x="8853042" y="2957480"/>
            <a:ext cx="2950112" cy="583565"/>
          </a:xfrm>
          <a:prstGeom prst="rect">
            <a:avLst/>
          </a:prstGeom>
          <a:noFill/>
        </p:spPr>
        <p:txBody>
          <a:bodyPr wrap="square" rtlCol="0">
            <a:spAutoFit/>
          </a:bodyPr>
          <a:lstStyle/>
          <a:p>
            <a:pPr algn="ctr"/>
            <a:r>
              <a:rPr lang="en-US" altLang="zh-CN" sz="3200" dirty="0">
                <a:solidFill>
                  <a:schemeClr val="bg1"/>
                </a:solidFill>
                <a:latin typeface="华文细黑" panose="02010600040101010101" pitchFamily="2" charset="-122"/>
                <a:ea typeface="华文细黑" panose="02010600040101010101" pitchFamily="2" charset="-122"/>
              </a:rPr>
              <a:t>04</a:t>
            </a:r>
            <a:endParaRPr lang="zh-CN" altLang="en-US" sz="3200" spc="300" dirty="0">
              <a:solidFill>
                <a:schemeClr val="bg1"/>
              </a:solidFill>
              <a:latin typeface="华文细黑" panose="02010600040101010101" pitchFamily="2" charset="-122"/>
              <a:ea typeface="华文细黑" panose="02010600040101010101" pitchFamily="2" charset="-122"/>
            </a:endParaRPr>
          </a:p>
        </p:txBody>
      </p:sp>
      <p:sp>
        <p:nvSpPr>
          <p:cNvPr id="40" name="文本框 39"/>
          <p:cNvSpPr txBox="1"/>
          <p:nvPr/>
        </p:nvSpPr>
        <p:spPr>
          <a:xfrm>
            <a:off x="8898838" y="3925823"/>
            <a:ext cx="2858518" cy="521970"/>
          </a:xfrm>
          <a:prstGeom prst="rect">
            <a:avLst/>
          </a:prstGeom>
          <a:noFill/>
        </p:spPr>
        <p:txBody>
          <a:bodyPr vert="horz" wrap="square" rtlCol="0">
            <a:spAutoFit/>
          </a:bodyPr>
          <a:lstStyle/>
          <a:p>
            <a:pPr algn="ctr"/>
            <a:r>
              <a:rPr lang="zh-CN" altLang="en-US" sz="2800" b="1" spc="300" dirty="0">
                <a:solidFill>
                  <a:schemeClr val="accent1"/>
                </a:solidFill>
                <a:latin typeface="微软雅黑" panose="020B0503020204020204" pitchFamily="34" charset="-122"/>
                <a:ea typeface="微软雅黑" panose="020B0503020204020204" pitchFamily="34" charset="-122"/>
                <a:sym typeface="+mn-ea"/>
              </a:rPr>
              <a:t>总结</a:t>
            </a:r>
          </a:p>
        </p:txBody>
      </p:sp>
      <p:sp>
        <p:nvSpPr>
          <p:cNvPr id="41" name="文本框 40"/>
          <p:cNvSpPr txBox="1"/>
          <p:nvPr/>
        </p:nvSpPr>
        <p:spPr>
          <a:xfrm>
            <a:off x="8957583" y="4399678"/>
            <a:ext cx="2692686" cy="328488"/>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nSpc>
                <a:spcPct val="200000"/>
              </a:lnSpc>
            </a:pPr>
            <a:r>
              <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rPr>
              <a:t>解决遇到的问题、项目收获等</a:t>
            </a:r>
          </a:p>
        </p:txBody>
      </p:sp>
      <p:grpSp>
        <p:nvGrpSpPr>
          <p:cNvPr id="45" name="组合 44"/>
          <p:cNvGrpSpPr/>
          <p:nvPr/>
        </p:nvGrpSpPr>
        <p:grpSpPr>
          <a:xfrm>
            <a:off x="3945842" y="751904"/>
            <a:ext cx="4300316" cy="1993810"/>
            <a:chOff x="4233847" y="746801"/>
            <a:chExt cx="3783789" cy="1754326"/>
          </a:xfrm>
        </p:grpSpPr>
        <p:sp>
          <p:nvSpPr>
            <p:cNvPr id="42" name="文本框 41"/>
            <p:cNvSpPr txBox="1"/>
            <p:nvPr/>
          </p:nvSpPr>
          <p:spPr>
            <a:xfrm>
              <a:off x="4233847" y="746801"/>
              <a:ext cx="1686812" cy="1754326"/>
            </a:xfrm>
            <a:prstGeom prst="rect">
              <a:avLst/>
            </a:prstGeom>
            <a:noFill/>
          </p:spPr>
          <p:txBody>
            <a:bodyPr vert="horz" wrap="square" rtlCol="0">
              <a:spAutoFit/>
            </a:bodyPr>
            <a:lstStyle/>
            <a:p>
              <a:pPr algn="dist"/>
              <a:r>
                <a:rPr lang="zh-CN" altLang="en-US" sz="5400" b="1" spc="600" dirty="0">
                  <a:solidFill>
                    <a:schemeClr val="accent1"/>
                  </a:solidFill>
                  <a:latin typeface="微软雅黑" panose="020B0503020204020204" pitchFamily="34" charset="-122"/>
                  <a:ea typeface="微软雅黑" panose="020B0503020204020204" pitchFamily="34" charset="-122"/>
                </a:rPr>
                <a:t>目录</a:t>
              </a:r>
            </a:p>
          </p:txBody>
        </p:sp>
        <p:sp>
          <p:nvSpPr>
            <p:cNvPr id="43" name="文本框 42"/>
            <p:cNvSpPr txBox="1"/>
            <p:nvPr/>
          </p:nvSpPr>
          <p:spPr>
            <a:xfrm>
              <a:off x="5777126" y="994005"/>
              <a:ext cx="2240510" cy="514535"/>
            </a:xfrm>
            <a:prstGeom prst="rect">
              <a:avLst/>
            </a:prstGeom>
            <a:noFill/>
          </p:spPr>
          <p:txBody>
            <a:bodyPr wrap="square" rtlCol="0">
              <a:spAutoFit/>
            </a:bodyPr>
            <a:lstStyle/>
            <a:p>
              <a:r>
                <a:rPr lang="en-US" altLang="zh-CN" sz="3200" dirty="0">
                  <a:solidFill>
                    <a:schemeClr val="accent1"/>
                  </a:solidFill>
                  <a:latin typeface="微软雅黑 Light" panose="020B0502040204020203" pitchFamily="34" charset="-122"/>
                  <a:ea typeface="微软雅黑 Light" panose="020B0502040204020203" pitchFamily="34" charset="-122"/>
                </a:rPr>
                <a:t>/CONTENTS</a:t>
              </a:r>
            </a:p>
          </p:txBody>
        </p:sp>
        <p:cxnSp>
          <p:nvCxnSpPr>
            <p:cNvPr id="44" name="直接连接符 43"/>
            <p:cNvCxnSpPr/>
            <p:nvPr/>
          </p:nvCxnSpPr>
          <p:spPr>
            <a:xfrm>
              <a:off x="4338662" y="1629794"/>
              <a:ext cx="3514676" cy="0"/>
            </a:xfrm>
            <a:prstGeom prst="line">
              <a:avLst/>
            </a:prstGeom>
            <a:ln w="15875">
              <a:headEnd type="diamond" w="lg" len="lg"/>
              <a:tailEnd type="diamond"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3929"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2736151" y="1944408"/>
            <a:ext cx="7080367" cy="2138045"/>
            <a:chOff x="3218538" y="2202948"/>
            <a:chExt cx="5821291" cy="1757845"/>
          </a:xfrm>
        </p:grpSpPr>
        <p:sp>
          <p:nvSpPr>
            <p:cNvPr id="26" name="文本框 25"/>
            <p:cNvSpPr txBox="1"/>
            <p:nvPr/>
          </p:nvSpPr>
          <p:spPr>
            <a:xfrm>
              <a:off x="5235617" y="2575442"/>
              <a:ext cx="2800637" cy="582005"/>
            </a:xfrm>
            <a:prstGeom prst="rect">
              <a:avLst/>
            </a:prstGeom>
            <a:noFill/>
          </p:spPr>
          <p:txBody>
            <a:bodyPr wrap="square" rtlCol="0">
              <a:spAutoFit/>
            </a:bodyPr>
            <a:lstStyle/>
            <a:p>
              <a:pPr algn="l"/>
              <a:r>
                <a:rPr lang="zh-CN" altLang="en-US" sz="4000" b="1" dirty="0">
                  <a:solidFill>
                    <a:schemeClr val="tx1">
                      <a:lumMod val="75000"/>
                      <a:lumOff val="25000"/>
                    </a:schemeClr>
                  </a:solidFill>
                  <a:latin typeface="微软雅黑" panose="020B0503020204020204" pitchFamily="34" charset="-122"/>
                  <a:ea typeface="微软雅黑" panose="020B0503020204020204" pitchFamily="34" charset="-122"/>
                </a:rPr>
                <a:t>成员分工</a:t>
              </a:r>
            </a:p>
          </p:txBody>
        </p:sp>
        <p:sp>
          <p:nvSpPr>
            <p:cNvPr id="27" name="文本框 26"/>
            <p:cNvSpPr txBox="1"/>
            <p:nvPr/>
          </p:nvSpPr>
          <p:spPr>
            <a:xfrm>
              <a:off x="5235617" y="3163936"/>
              <a:ext cx="3804212" cy="270074"/>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gn="l">
                <a:lnSpc>
                  <a:spcPct val="200000"/>
                </a:lnSpc>
              </a:pPr>
              <a:r>
                <a:rPr lang="zh-CN" altLang="en-US" sz="900" b="0" dirty="0">
                  <a:solidFill>
                    <a:schemeClr val="tx1">
                      <a:lumMod val="75000"/>
                      <a:lumOff val="25000"/>
                    </a:schemeClr>
                  </a:solidFill>
                  <a:latin typeface="微软雅黑 Light" panose="020B0502040204020203" pitchFamily="34" charset="-122"/>
                  <a:ea typeface="微软雅黑 Light" panose="020B0502040204020203" pitchFamily="34" charset="-122"/>
                </a:rPr>
                <a:t>小组成员：李佳恒，黄显，文江鸿，杨启昕，田宇航，李傲东</a:t>
              </a:r>
              <a:endParaRPr lang="en-US" altLang="zh-CN" sz="900"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3218538" y="2202948"/>
              <a:ext cx="2102734" cy="1757845"/>
            </a:xfrm>
            <a:prstGeom prst="rect">
              <a:avLst/>
            </a:prstGeom>
            <a:noFill/>
          </p:spPr>
          <p:txBody>
            <a:bodyPr wrap="square" rtlCol="0">
              <a:spAutoFit/>
            </a:bodyPr>
            <a:lstStyle/>
            <a:p>
              <a:pPr algn="ctr"/>
              <a:r>
                <a:rPr lang="en-US" altLang="zh-CN" sz="13300" dirty="0">
                  <a:solidFill>
                    <a:schemeClr val="accent1"/>
                  </a:solidFill>
                  <a:latin typeface="微软雅黑" panose="020B0503020204020204" pitchFamily="34" charset="-122"/>
                  <a:ea typeface="微软雅黑" panose="020B0503020204020204" pitchFamily="34" charset="-122"/>
                </a:rPr>
                <a:t>01</a:t>
              </a:r>
              <a:endParaRPr lang="en-US" altLang="zh-CN" sz="13300" spc="300" dirty="0">
                <a:solidFill>
                  <a:schemeClr val="accent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416685" y="5436870"/>
            <a:ext cx="2853690" cy="285369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904049" y="2087880"/>
            <a:ext cx="7027545" cy="2589746"/>
            <a:chOff x="6960026" y="1570213"/>
            <a:chExt cx="4713635" cy="2325555"/>
          </a:xfrm>
        </p:grpSpPr>
        <p:sp>
          <p:nvSpPr>
            <p:cNvPr id="13" name="文本框 12"/>
            <p:cNvSpPr txBox="1"/>
            <p:nvPr/>
          </p:nvSpPr>
          <p:spPr>
            <a:xfrm>
              <a:off x="6960026" y="2226611"/>
              <a:ext cx="4713635" cy="1669157"/>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李佳恒：键盘模型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p>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杨启昕：笔记本电脑模型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多模块混合检测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选择单模块识别</a:t>
              </a:r>
              <a:endPar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黄显：手机模型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p>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文江鸿：椅子模型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p>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李傲东：人物模型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p>
            <a:p>
              <a:pPr>
                <a:lnSpc>
                  <a:spcPct val="150000"/>
                </a:lnSpc>
              </a:pPr>
              <a:r>
                <a:rPr lang="zh-CN" altLang="en-US" sz="1300" dirty="0">
                  <a:solidFill>
                    <a:schemeClr val="tx1">
                      <a:lumMod val="75000"/>
                      <a:lumOff val="25000"/>
                    </a:schemeClr>
                  </a:solidFill>
                  <a:latin typeface="微软雅黑 Light" panose="020B0502040204020203" pitchFamily="34" charset="-122"/>
                  <a:ea typeface="微软雅黑 Light" panose="020B0502040204020203" pitchFamily="34" charset="-122"/>
                </a:rPr>
                <a:t>田宇航：桌子模型</a:t>
              </a:r>
              <a:r>
                <a:rPr lang="en-US" altLang="zh-CN" sz="1300" dirty="0">
                  <a:solidFill>
                    <a:schemeClr val="tx1">
                      <a:lumMod val="75000"/>
                      <a:lumOff val="25000"/>
                    </a:schemeClr>
                  </a:solidFill>
                  <a:latin typeface="微软雅黑 Light" panose="020B0502040204020203" pitchFamily="34" charset="-122"/>
                  <a:ea typeface="微软雅黑 Light" panose="020B0502040204020203" pitchFamily="34" charset="-122"/>
                </a:rPr>
                <a:t>+</a:t>
              </a:r>
            </a:p>
          </p:txBody>
        </p:sp>
        <p:sp>
          <p:nvSpPr>
            <p:cNvPr id="14" name="文本框 13"/>
            <p:cNvSpPr txBox="1"/>
            <p:nvPr/>
          </p:nvSpPr>
          <p:spPr>
            <a:xfrm>
              <a:off x="6960026" y="1570213"/>
              <a:ext cx="2502297" cy="4134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spc="600" dirty="0">
                  <a:solidFill>
                    <a:schemeClr val="tx1">
                      <a:lumMod val="75000"/>
                      <a:lumOff val="25000"/>
                    </a:schemeClr>
                  </a:solidFill>
                  <a:latin typeface="微软雅黑 Light" panose="020B0502040204020203" pitchFamily="34" charset="-122"/>
                  <a:ea typeface="微软雅黑 Light" panose="020B0502040204020203" pitchFamily="34" charset="-122"/>
                </a:rPr>
                <a:t>项目详细分工</a:t>
              </a:r>
            </a:p>
          </p:txBody>
        </p:sp>
      </p:grpSp>
      <p:sp>
        <p:nvSpPr>
          <p:cNvPr id="6" name="矩形 5"/>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01</a:t>
            </a:r>
            <a:endParaRPr lang="zh-CN" altLang="en-US" sz="3200" dirty="0">
              <a:solidFill>
                <a:schemeClr val="bg1"/>
              </a:solidFill>
              <a:latin typeface="Impact" panose="020B0806030902050204" pitchFamily="34" charset="0"/>
              <a:ea typeface="华文细黑" panose="02010600040101010101" pitchFamily="2" charset="-122"/>
            </a:endParaRPr>
          </a:p>
        </p:txBody>
      </p:sp>
      <p:sp>
        <p:nvSpPr>
          <p:cNvPr id="18" name="文本框 17"/>
          <p:cNvSpPr txBox="1"/>
          <p:nvPr/>
        </p:nvSpPr>
        <p:spPr>
          <a:xfrm>
            <a:off x="1904112" y="261517"/>
            <a:ext cx="2826882"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cxnSp>
        <p:nvCxnSpPr>
          <p:cNvPr id="8" name="直接连接符 7"/>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3929"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2736151" y="1944408"/>
            <a:ext cx="7080367" cy="2138045"/>
            <a:chOff x="3218538" y="2202948"/>
            <a:chExt cx="5821291" cy="1757845"/>
          </a:xfrm>
        </p:grpSpPr>
        <p:sp>
          <p:nvSpPr>
            <p:cNvPr id="27" name="文本框 26"/>
            <p:cNvSpPr txBox="1"/>
            <p:nvPr/>
          </p:nvSpPr>
          <p:spPr>
            <a:xfrm>
              <a:off x="5235617" y="3163936"/>
              <a:ext cx="3804212" cy="270074"/>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gn="l">
                <a:lnSpc>
                  <a:spcPct val="200000"/>
                </a:lnSpc>
              </a:pPr>
              <a:endParaRPr lang="en-US" altLang="zh-CN" sz="900"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3218538" y="2202948"/>
              <a:ext cx="2102734" cy="1757845"/>
            </a:xfrm>
            <a:prstGeom prst="rect">
              <a:avLst/>
            </a:prstGeom>
            <a:noFill/>
          </p:spPr>
          <p:txBody>
            <a:bodyPr wrap="square" rtlCol="0">
              <a:spAutoFit/>
            </a:bodyPr>
            <a:lstStyle/>
            <a:p>
              <a:pPr algn="ctr"/>
              <a:r>
                <a:rPr lang="en-US" altLang="zh-CN" sz="13300" dirty="0">
                  <a:solidFill>
                    <a:schemeClr val="accent1"/>
                  </a:solidFill>
                  <a:latin typeface="微软雅黑" panose="020B0503020204020204" pitchFamily="34" charset="-122"/>
                  <a:ea typeface="微软雅黑" panose="020B0503020204020204" pitchFamily="34" charset="-122"/>
                </a:rPr>
                <a:t>02</a:t>
              </a:r>
              <a:endParaRPr lang="en-US" altLang="zh-CN" sz="13300" spc="300" dirty="0">
                <a:solidFill>
                  <a:schemeClr val="accent1"/>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5189500" y="2397468"/>
            <a:ext cx="3406381" cy="707886"/>
          </a:xfrm>
          <a:prstGeom prst="rect">
            <a:avLst/>
          </a:prstGeom>
          <a:noFill/>
        </p:spPr>
        <p:txBody>
          <a:bodyPr wrap="square" rtlCol="0">
            <a:spAutoFit/>
          </a:bodyPr>
          <a:lstStyle/>
          <a:p>
            <a:pPr algn="l"/>
            <a:r>
              <a:rPr lang="zh-CN" altLang="en-US" sz="4000" b="1" dirty="0">
                <a:solidFill>
                  <a:schemeClr val="tx1">
                    <a:lumMod val="75000"/>
                    <a:lumOff val="25000"/>
                  </a:schemeClr>
                </a:solidFill>
                <a:latin typeface="微软雅黑" panose="020B0503020204020204" pitchFamily="34" charset="-122"/>
                <a:ea typeface="微软雅黑" panose="020B0503020204020204" pitchFamily="34" charset="-122"/>
              </a:rPr>
              <a:t>项目框架设计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02</a:t>
            </a:r>
            <a:endParaRPr lang="zh-CN" altLang="en-US" sz="3200" dirty="0">
              <a:solidFill>
                <a:schemeClr val="bg1"/>
              </a:solidFill>
              <a:latin typeface="Impact" panose="020B0806030902050204" pitchFamily="34" charset="0"/>
              <a:ea typeface="华文细黑" panose="02010600040101010101" pitchFamily="2" charset="-122"/>
            </a:endParaRPr>
          </a:p>
        </p:txBody>
      </p:sp>
      <p:sp>
        <p:nvSpPr>
          <p:cNvPr id="18" name="文本框 17"/>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grpSp>
        <p:nvGrpSpPr>
          <p:cNvPr id="2" name="组合 1"/>
          <p:cNvGrpSpPr/>
          <p:nvPr/>
        </p:nvGrpSpPr>
        <p:grpSpPr>
          <a:xfrm>
            <a:off x="772820" y="2429265"/>
            <a:ext cx="10672864" cy="3602410"/>
            <a:chOff x="1297968" y="2753249"/>
            <a:chExt cx="9622568" cy="3247905"/>
          </a:xfrm>
        </p:grpSpPr>
        <p:grpSp>
          <p:nvGrpSpPr>
            <p:cNvPr id="20" name="组合 19"/>
            <p:cNvGrpSpPr/>
            <p:nvPr/>
          </p:nvGrpSpPr>
          <p:grpSpPr>
            <a:xfrm>
              <a:off x="1297968" y="2753249"/>
              <a:ext cx="9622568" cy="1610648"/>
              <a:chOff x="949809" y="3041384"/>
              <a:chExt cx="10318886" cy="1727200"/>
            </a:xfrm>
          </p:grpSpPr>
          <p:sp>
            <p:nvSpPr>
              <p:cNvPr id="21" name="Rectangular Callout 55"/>
              <p:cNvSpPr/>
              <p:nvPr/>
            </p:nvSpPr>
            <p:spPr>
              <a:xfrm flipV="1">
                <a:off x="949809" y="3041384"/>
                <a:ext cx="2416243" cy="1727200"/>
              </a:xfrm>
              <a:prstGeom prst="wedgeRectCallout">
                <a:avLst>
                  <a:gd name="adj1" fmla="val 21398"/>
                  <a:gd name="adj2" fmla="val 678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微软雅黑 Light" panose="020B0502040204020203" pitchFamily="34" charset="-122"/>
                  <a:ea typeface="微软雅黑 Light" panose="020B0502040204020203" pitchFamily="34" charset="-122"/>
                </a:endParaRPr>
              </a:p>
            </p:txBody>
          </p:sp>
          <p:sp>
            <p:nvSpPr>
              <p:cNvPr id="22" name="Freeform 42"/>
              <p:cNvSpPr>
                <a:spLocks noEditPoints="1"/>
              </p:cNvSpPr>
              <p:nvPr/>
            </p:nvSpPr>
            <p:spPr bwMode="auto">
              <a:xfrm>
                <a:off x="1877037" y="3194368"/>
                <a:ext cx="561787" cy="483563"/>
              </a:xfrm>
              <a:custGeom>
                <a:avLst/>
                <a:gdLst/>
                <a:ahLst/>
                <a:cxnLst>
                  <a:cxn ang="0">
                    <a:pos x="73" y="47"/>
                  </a:cxn>
                  <a:cxn ang="0">
                    <a:pos x="67" y="53"/>
                  </a:cxn>
                  <a:cxn ang="0">
                    <a:pos x="46" y="53"/>
                  </a:cxn>
                  <a:cxn ang="0">
                    <a:pos x="48" y="60"/>
                  </a:cxn>
                  <a:cxn ang="0">
                    <a:pos x="46" y="63"/>
                  </a:cxn>
                  <a:cxn ang="0">
                    <a:pos x="26" y="63"/>
                  </a:cxn>
                  <a:cxn ang="0">
                    <a:pos x="24" y="60"/>
                  </a:cxn>
                  <a:cxn ang="0">
                    <a:pos x="26" y="53"/>
                  </a:cxn>
                  <a:cxn ang="0">
                    <a:pos x="6" y="53"/>
                  </a:cxn>
                  <a:cxn ang="0">
                    <a:pos x="0" y="47"/>
                  </a:cxn>
                  <a:cxn ang="0">
                    <a:pos x="0" y="6"/>
                  </a:cxn>
                  <a:cxn ang="0">
                    <a:pos x="6" y="0"/>
                  </a:cxn>
                  <a:cxn ang="0">
                    <a:pos x="67" y="0"/>
                  </a:cxn>
                  <a:cxn ang="0">
                    <a:pos x="73" y="6"/>
                  </a:cxn>
                  <a:cxn ang="0">
                    <a:pos x="73" y="47"/>
                  </a:cxn>
                  <a:cxn ang="0">
                    <a:pos x="68" y="6"/>
                  </a:cxn>
                  <a:cxn ang="0">
                    <a:pos x="67" y="5"/>
                  </a:cxn>
                  <a:cxn ang="0">
                    <a:pos x="6" y="5"/>
                  </a:cxn>
                  <a:cxn ang="0">
                    <a:pos x="5" y="6"/>
                  </a:cxn>
                  <a:cxn ang="0">
                    <a:pos x="5" y="37"/>
                  </a:cxn>
                  <a:cxn ang="0">
                    <a:pos x="6" y="39"/>
                  </a:cxn>
                  <a:cxn ang="0">
                    <a:pos x="67" y="39"/>
                  </a:cxn>
                  <a:cxn ang="0">
                    <a:pos x="68" y="37"/>
                  </a:cxn>
                  <a:cxn ang="0">
                    <a:pos x="68" y="6"/>
                  </a:cxn>
                </a:cxnLst>
                <a:rect l="0" t="0" r="r" b="b"/>
                <a:pathLst>
                  <a:path w="73" h="63">
                    <a:moveTo>
                      <a:pt x="73" y="47"/>
                    </a:moveTo>
                    <a:cubicBezTo>
                      <a:pt x="73" y="50"/>
                      <a:pt x="70" y="53"/>
                      <a:pt x="67" y="53"/>
                    </a:cubicBezTo>
                    <a:cubicBezTo>
                      <a:pt x="46" y="53"/>
                      <a:pt x="46" y="53"/>
                      <a:pt x="46" y="53"/>
                    </a:cubicBezTo>
                    <a:cubicBezTo>
                      <a:pt x="46" y="56"/>
                      <a:pt x="48" y="59"/>
                      <a:pt x="48" y="60"/>
                    </a:cubicBezTo>
                    <a:cubicBezTo>
                      <a:pt x="48" y="62"/>
                      <a:pt x="47" y="63"/>
                      <a:pt x="46" y="63"/>
                    </a:cubicBezTo>
                    <a:cubicBezTo>
                      <a:pt x="26" y="63"/>
                      <a:pt x="26" y="63"/>
                      <a:pt x="26" y="63"/>
                    </a:cubicBezTo>
                    <a:cubicBezTo>
                      <a:pt x="25" y="63"/>
                      <a:pt x="24" y="62"/>
                      <a:pt x="24" y="60"/>
                    </a:cubicBezTo>
                    <a:cubicBezTo>
                      <a:pt x="24" y="59"/>
                      <a:pt x="26" y="56"/>
                      <a:pt x="26" y="53"/>
                    </a:cubicBezTo>
                    <a:cubicBezTo>
                      <a:pt x="6" y="53"/>
                      <a:pt x="6" y="53"/>
                      <a:pt x="6" y="53"/>
                    </a:cubicBezTo>
                    <a:cubicBezTo>
                      <a:pt x="2" y="53"/>
                      <a:pt x="0" y="50"/>
                      <a:pt x="0" y="47"/>
                    </a:cubicBezTo>
                    <a:cubicBezTo>
                      <a:pt x="0" y="6"/>
                      <a:pt x="0" y="6"/>
                      <a:pt x="0" y="6"/>
                    </a:cubicBezTo>
                    <a:cubicBezTo>
                      <a:pt x="0" y="2"/>
                      <a:pt x="2" y="0"/>
                      <a:pt x="6" y="0"/>
                    </a:cubicBezTo>
                    <a:cubicBezTo>
                      <a:pt x="67" y="0"/>
                      <a:pt x="67" y="0"/>
                      <a:pt x="67" y="0"/>
                    </a:cubicBezTo>
                    <a:cubicBezTo>
                      <a:pt x="70" y="0"/>
                      <a:pt x="73" y="2"/>
                      <a:pt x="73" y="6"/>
                    </a:cubicBezTo>
                    <a:lnTo>
                      <a:pt x="73" y="47"/>
                    </a:lnTo>
                    <a:close/>
                    <a:moveTo>
                      <a:pt x="68" y="6"/>
                    </a:moveTo>
                    <a:cubicBezTo>
                      <a:pt x="68" y="5"/>
                      <a:pt x="67" y="5"/>
                      <a:pt x="67" y="5"/>
                    </a:cubicBezTo>
                    <a:cubicBezTo>
                      <a:pt x="6" y="5"/>
                      <a:pt x="6" y="5"/>
                      <a:pt x="6" y="5"/>
                    </a:cubicBezTo>
                    <a:cubicBezTo>
                      <a:pt x="5" y="5"/>
                      <a:pt x="5" y="5"/>
                      <a:pt x="5" y="6"/>
                    </a:cubicBezTo>
                    <a:cubicBezTo>
                      <a:pt x="5" y="37"/>
                      <a:pt x="5" y="37"/>
                      <a:pt x="5" y="37"/>
                    </a:cubicBezTo>
                    <a:cubicBezTo>
                      <a:pt x="5" y="38"/>
                      <a:pt x="5" y="39"/>
                      <a:pt x="6" y="39"/>
                    </a:cubicBezTo>
                    <a:cubicBezTo>
                      <a:pt x="67" y="39"/>
                      <a:pt x="67" y="39"/>
                      <a:pt x="67" y="39"/>
                    </a:cubicBezTo>
                    <a:cubicBezTo>
                      <a:pt x="67" y="39"/>
                      <a:pt x="68" y="38"/>
                      <a:pt x="68" y="37"/>
                    </a:cubicBezTo>
                    <a:lnTo>
                      <a:pt x="68" y="6"/>
                    </a:lnTo>
                    <a:close/>
                  </a:path>
                </a:pathLst>
              </a:custGeom>
              <a:solidFill>
                <a:schemeClr val="bg1"/>
              </a:solidFill>
              <a:ln w="9525">
                <a:noFill/>
                <a:round/>
              </a:ln>
            </p:spPr>
            <p:txBody>
              <a:bodyPr vert="horz" wrap="square" lIns="121920" tIns="60960" rIns="121920" bIns="60960" numCol="1" anchor="t" anchorCtr="0" compatLnSpc="1"/>
              <a:lstStyle/>
              <a:p>
                <a:endParaRPr lang="en-US" sz="2000" dirty="0">
                  <a:latin typeface="微软雅黑 Light" panose="020B0502040204020203" pitchFamily="34" charset="-122"/>
                  <a:ea typeface="微软雅黑 Light" panose="020B0502040204020203" pitchFamily="34" charset="-122"/>
                </a:endParaRPr>
              </a:p>
            </p:txBody>
          </p:sp>
          <p:sp>
            <p:nvSpPr>
              <p:cNvPr id="23" name="Rectangular Callout 56"/>
              <p:cNvSpPr/>
              <p:nvPr/>
            </p:nvSpPr>
            <p:spPr>
              <a:xfrm flipV="1">
                <a:off x="3584024" y="3041384"/>
                <a:ext cx="2416243" cy="1727200"/>
              </a:xfrm>
              <a:prstGeom prst="wedgeRectCallout">
                <a:avLst>
                  <a:gd name="adj1" fmla="val 21398"/>
                  <a:gd name="adj2" fmla="val 67871"/>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微软雅黑 Light" panose="020B0502040204020203" pitchFamily="34" charset="-122"/>
                  <a:ea typeface="微软雅黑 Light" panose="020B0502040204020203" pitchFamily="34" charset="-122"/>
                </a:endParaRPr>
              </a:p>
            </p:txBody>
          </p:sp>
          <p:sp>
            <p:nvSpPr>
              <p:cNvPr id="24" name="Freeform 178"/>
              <p:cNvSpPr>
                <a:spLocks noEditPoints="1"/>
              </p:cNvSpPr>
              <p:nvPr/>
            </p:nvSpPr>
            <p:spPr bwMode="auto">
              <a:xfrm>
                <a:off x="4511252" y="3224592"/>
                <a:ext cx="561787" cy="423115"/>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chemeClr val="bg1"/>
              </a:solidFill>
              <a:ln w="9525">
                <a:noFill/>
                <a:round/>
              </a:ln>
            </p:spPr>
            <p:txBody>
              <a:bodyPr vert="horz" wrap="square" lIns="121920" tIns="60960" rIns="121920" bIns="60960" numCol="1" anchor="t" anchorCtr="0" compatLnSpc="1"/>
              <a:lstStyle/>
              <a:p>
                <a:endParaRPr lang="en-US" sz="2000" dirty="0">
                  <a:latin typeface="微软雅黑 Light" panose="020B0502040204020203" pitchFamily="34" charset="-122"/>
                  <a:ea typeface="微软雅黑 Light" panose="020B0502040204020203" pitchFamily="34" charset="-122"/>
                </a:endParaRPr>
              </a:p>
            </p:txBody>
          </p:sp>
          <p:sp>
            <p:nvSpPr>
              <p:cNvPr id="25" name="Rectangular Callout 57"/>
              <p:cNvSpPr/>
              <p:nvPr/>
            </p:nvSpPr>
            <p:spPr>
              <a:xfrm flipV="1">
                <a:off x="6218239" y="3041384"/>
                <a:ext cx="2416243" cy="1727200"/>
              </a:xfrm>
              <a:prstGeom prst="wedgeRectCallout">
                <a:avLst>
                  <a:gd name="adj1" fmla="val 21398"/>
                  <a:gd name="adj2" fmla="val 678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微软雅黑 Light" panose="020B0502040204020203" pitchFamily="34" charset="-122"/>
                  <a:ea typeface="微软雅黑 Light" panose="020B0502040204020203" pitchFamily="34" charset="-122"/>
                </a:endParaRPr>
              </a:p>
            </p:txBody>
          </p:sp>
          <p:sp>
            <p:nvSpPr>
              <p:cNvPr id="26" name="Freeform 52"/>
              <p:cNvSpPr>
                <a:spLocks noEditPoints="1"/>
              </p:cNvSpPr>
              <p:nvPr/>
            </p:nvSpPr>
            <p:spPr bwMode="auto">
              <a:xfrm>
                <a:off x="7168579" y="3158813"/>
                <a:ext cx="515563" cy="554672"/>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chemeClr val="bg1"/>
              </a:solidFill>
              <a:ln w="9525">
                <a:noFill/>
                <a:round/>
              </a:ln>
            </p:spPr>
            <p:txBody>
              <a:bodyPr vert="horz" wrap="square" lIns="121920" tIns="60960" rIns="121920" bIns="60960" numCol="1" anchor="t" anchorCtr="0" compatLnSpc="1"/>
              <a:lstStyle/>
              <a:p>
                <a:endParaRPr lang="en-US" sz="2000" dirty="0">
                  <a:latin typeface="微软雅黑 Light" panose="020B0502040204020203" pitchFamily="34" charset="-122"/>
                  <a:ea typeface="微软雅黑 Light" panose="020B0502040204020203" pitchFamily="34" charset="-122"/>
                </a:endParaRPr>
              </a:p>
            </p:txBody>
          </p:sp>
          <p:sp>
            <p:nvSpPr>
              <p:cNvPr id="27" name="Rectangular Callout 58"/>
              <p:cNvSpPr/>
              <p:nvPr/>
            </p:nvSpPr>
            <p:spPr>
              <a:xfrm flipV="1">
                <a:off x="8852452" y="3041384"/>
                <a:ext cx="2416243" cy="1727200"/>
              </a:xfrm>
              <a:prstGeom prst="wedgeRectCallout">
                <a:avLst>
                  <a:gd name="adj1" fmla="val 21398"/>
                  <a:gd name="adj2" fmla="val 67871"/>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微软雅黑 Light" panose="020B0502040204020203" pitchFamily="34" charset="-122"/>
                  <a:ea typeface="微软雅黑 Light" panose="020B0502040204020203" pitchFamily="34" charset="-122"/>
                </a:endParaRPr>
              </a:p>
            </p:txBody>
          </p:sp>
          <p:sp>
            <p:nvSpPr>
              <p:cNvPr id="28" name="Freeform 83"/>
              <p:cNvSpPr>
                <a:spLocks noEditPoints="1"/>
              </p:cNvSpPr>
              <p:nvPr/>
            </p:nvSpPr>
            <p:spPr bwMode="auto">
              <a:xfrm>
                <a:off x="9865131" y="3142984"/>
                <a:ext cx="390887" cy="586331"/>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ln>
            </p:spPr>
            <p:txBody>
              <a:bodyPr vert="horz" wrap="square" lIns="121920" tIns="60960" rIns="121920" bIns="60960" numCol="1" anchor="t" anchorCtr="0" compatLnSpc="1"/>
              <a:lstStyle/>
              <a:p>
                <a:endParaRPr lang="en-US" sz="2000" dirty="0">
                  <a:latin typeface="微软雅黑 Light" panose="020B0502040204020203" pitchFamily="34" charset="-122"/>
                  <a:ea typeface="微软雅黑 Light" panose="020B0502040204020203" pitchFamily="34" charset="-122"/>
                </a:endParaRPr>
              </a:p>
            </p:txBody>
          </p:sp>
          <p:sp>
            <p:nvSpPr>
              <p:cNvPr id="29" name="矩形 28"/>
              <p:cNvSpPr/>
              <p:nvPr/>
            </p:nvSpPr>
            <p:spPr>
              <a:xfrm>
                <a:off x="1482905" y="3981184"/>
                <a:ext cx="1350050" cy="337516"/>
              </a:xfrm>
              <a:prstGeom prst="rect">
                <a:avLst/>
              </a:prstGeom>
            </p:spPr>
            <p:txBody>
              <a:bodyPr wrap="square">
                <a:spAutoFit/>
              </a:bodyPr>
              <a:lstStyle/>
              <a:p>
                <a:pPr algn="ctr"/>
                <a:r>
                  <a:rPr lang="en-US" altLang="zh-CN" sz="1600" dirty="0">
                    <a:solidFill>
                      <a:schemeClr val="bg1"/>
                    </a:solidFill>
                    <a:latin typeface="微软雅黑 Light" panose="020B0502040204020203" pitchFamily="34" charset="-122"/>
                    <a:ea typeface="微软雅黑 Light" panose="020B0502040204020203" pitchFamily="34" charset="-122"/>
                  </a:rPr>
                  <a:t>KEY WORD</a:t>
                </a:r>
              </a:p>
            </p:txBody>
          </p:sp>
          <p:sp>
            <p:nvSpPr>
              <p:cNvPr id="30" name="矩形 29"/>
              <p:cNvSpPr/>
              <p:nvPr/>
            </p:nvSpPr>
            <p:spPr>
              <a:xfrm>
                <a:off x="4117120" y="3981184"/>
                <a:ext cx="1350050" cy="337516"/>
              </a:xfrm>
              <a:prstGeom prst="rect">
                <a:avLst/>
              </a:prstGeom>
            </p:spPr>
            <p:txBody>
              <a:bodyPr wrap="square">
                <a:spAutoFit/>
              </a:bodyPr>
              <a:lstStyle/>
              <a:p>
                <a:pPr algn="ctr"/>
                <a:r>
                  <a:rPr lang="en-US" altLang="zh-CN" sz="1600" dirty="0">
                    <a:solidFill>
                      <a:schemeClr val="bg1"/>
                    </a:solidFill>
                    <a:latin typeface="微软雅黑 Light" panose="020B0502040204020203" pitchFamily="34" charset="-122"/>
                    <a:ea typeface="微软雅黑 Light" panose="020B0502040204020203" pitchFamily="34" charset="-122"/>
                  </a:rPr>
                  <a:t>KEY WORD</a:t>
                </a:r>
              </a:p>
            </p:txBody>
          </p:sp>
          <p:sp>
            <p:nvSpPr>
              <p:cNvPr id="31" name="矩形 30"/>
              <p:cNvSpPr/>
              <p:nvPr/>
            </p:nvSpPr>
            <p:spPr>
              <a:xfrm>
                <a:off x="6751335" y="3981184"/>
                <a:ext cx="1350050" cy="337516"/>
              </a:xfrm>
              <a:prstGeom prst="rect">
                <a:avLst/>
              </a:prstGeom>
            </p:spPr>
            <p:txBody>
              <a:bodyPr wrap="square">
                <a:spAutoFit/>
              </a:bodyPr>
              <a:lstStyle/>
              <a:p>
                <a:pPr algn="ctr"/>
                <a:r>
                  <a:rPr lang="en-US" altLang="zh-CN" sz="1600" dirty="0">
                    <a:solidFill>
                      <a:schemeClr val="bg1"/>
                    </a:solidFill>
                    <a:latin typeface="微软雅黑 Light" panose="020B0502040204020203" pitchFamily="34" charset="-122"/>
                    <a:ea typeface="微软雅黑 Light" panose="020B0502040204020203" pitchFamily="34" charset="-122"/>
                  </a:rPr>
                  <a:t>KEY WORD</a:t>
                </a:r>
              </a:p>
            </p:txBody>
          </p:sp>
          <p:sp>
            <p:nvSpPr>
              <p:cNvPr id="32" name="矩形 31"/>
              <p:cNvSpPr/>
              <p:nvPr/>
            </p:nvSpPr>
            <p:spPr>
              <a:xfrm>
                <a:off x="9385550" y="3981184"/>
                <a:ext cx="1350050" cy="337516"/>
              </a:xfrm>
              <a:prstGeom prst="rect">
                <a:avLst/>
              </a:prstGeom>
            </p:spPr>
            <p:txBody>
              <a:bodyPr wrap="square">
                <a:spAutoFit/>
              </a:bodyPr>
              <a:lstStyle/>
              <a:p>
                <a:pPr algn="ctr"/>
                <a:r>
                  <a:rPr lang="en-US" altLang="zh-CN" sz="1600" dirty="0">
                    <a:solidFill>
                      <a:schemeClr val="bg1"/>
                    </a:solidFill>
                    <a:latin typeface="微软雅黑 Light" panose="020B0502040204020203" pitchFamily="34" charset="-122"/>
                    <a:ea typeface="微软雅黑 Light" panose="020B0502040204020203" pitchFamily="34" charset="-122"/>
                  </a:rPr>
                  <a:t>KEY WORD</a:t>
                </a:r>
              </a:p>
            </p:txBody>
          </p:sp>
        </p:grpSp>
        <p:grpSp>
          <p:nvGrpSpPr>
            <p:cNvPr id="33" name="组合 32"/>
            <p:cNvGrpSpPr/>
            <p:nvPr/>
          </p:nvGrpSpPr>
          <p:grpSpPr>
            <a:xfrm>
              <a:off x="1302811" y="4603359"/>
              <a:ext cx="9535291" cy="1397795"/>
              <a:chOff x="1505166" y="4795113"/>
              <a:chExt cx="9134124" cy="1338988"/>
            </a:xfrm>
          </p:grpSpPr>
          <p:sp>
            <p:nvSpPr>
              <p:cNvPr id="34" name="文本框 33"/>
              <p:cNvSpPr txBox="1"/>
              <p:nvPr/>
            </p:nvSpPr>
            <p:spPr>
              <a:xfrm>
                <a:off x="1505167" y="5186290"/>
                <a:ext cx="1991742" cy="947811"/>
              </a:xfrm>
              <a:prstGeom prst="rect">
                <a:avLst/>
              </a:prstGeom>
              <a:noFill/>
            </p:spPr>
            <p:txBody>
              <a:bodyPr wrap="square" rtlCol="0">
                <a:spAutoFit/>
              </a:body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点击文本框即可进行编辑输入相关内容点击文本框即可进行编辑输入相关内容点击文本框即可进行编辑输入相关内容</a:t>
                </a:r>
              </a:p>
            </p:txBody>
          </p:sp>
          <p:sp>
            <p:nvSpPr>
              <p:cNvPr id="35" name="文本框 34"/>
              <p:cNvSpPr txBox="1"/>
              <p:nvPr/>
            </p:nvSpPr>
            <p:spPr>
              <a:xfrm>
                <a:off x="1505166" y="4795113"/>
                <a:ext cx="1991741" cy="373848"/>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添加标题</a:t>
                </a:r>
              </a:p>
            </p:txBody>
          </p:sp>
          <p:sp>
            <p:nvSpPr>
              <p:cNvPr id="36" name="文本框 35"/>
              <p:cNvSpPr txBox="1"/>
              <p:nvPr/>
            </p:nvSpPr>
            <p:spPr>
              <a:xfrm>
                <a:off x="3882266" y="5186290"/>
                <a:ext cx="1991742" cy="947811"/>
              </a:xfrm>
              <a:prstGeom prst="rect">
                <a:avLst/>
              </a:prstGeom>
              <a:noFill/>
            </p:spPr>
            <p:txBody>
              <a:bodyPr wrap="square" rtlCol="0">
                <a:spAutoFit/>
              </a:body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点击文本框即可进行编辑输入相关内容点击文本框即可进行编辑输入相关内容点击文本框即可进行编辑输入相关内容</a:t>
                </a:r>
              </a:p>
            </p:txBody>
          </p:sp>
          <p:sp>
            <p:nvSpPr>
              <p:cNvPr id="37" name="文本框 36"/>
              <p:cNvSpPr txBox="1"/>
              <p:nvPr/>
            </p:nvSpPr>
            <p:spPr>
              <a:xfrm>
                <a:off x="3882265" y="4795115"/>
                <a:ext cx="1991741" cy="373848"/>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添加标题</a:t>
                </a:r>
              </a:p>
            </p:txBody>
          </p:sp>
          <p:sp>
            <p:nvSpPr>
              <p:cNvPr id="38" name="文本框 37"/>
              <p:cNvSpPr txBox="1"/>
              <p:nvPr/>
            </p:nvSpPr>
            <p:spPr>
              <a:xfrm>
                <a:off x="6270452" y="5186290"/>
                <a:ext cx="1991742" cy="947811"/>
              </a:xfrm>
              <a:prstGeom prst="rect">
                <a:avLst/>
              </a:prstGeom>
              <a:noFill/>
            </p:spPr>
            <p:txBody>
              <a:bodyPr wrap="square" rtlCol="0">
                <a:spAutoFit/>
              </a:body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点击文本框即可进行编辑输入相关内容点击文本框即可进行编辑输入相关内容点击文本框即可进行编辑输入相关内容</a:t>
                </a:r>
              </a:p>
            </p:txBody>
          </p:sp>
          <p:sp>
            <p:nvSpPr>
              <p:cNvPr id="39" name="文本框 38"/>
              <p:cNvSpPr txBox="1"/>
              <p:nvPr/>
            </p:nvSpPr>
            <p:spPr>
              <a:xfrm>
                <a:off x="6270451" y="4795113"/>
                <a:ext cx="1991741" cy="373848"/>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添加标题</a:t>
                </a:r>
              </a:p>
            </p:txBody>
          </p:sp>
          <p:sp>
            <p:nvSpPr>
              <p:cNvPr id="40" name="文本框 39"/>
              <p:cNvSpPr txBox="1"/>
              <p:nvPr/>
            </p:nvSpPr>
            <p:spPr>
              <a:xfrm>
                <a:off x="8647548" y="5186290"/>
                <a:ext cx="1991742" cy="947811"/>
              </a:xfrm>
              <a:prstGeom prst="rect">
                <a:avLst/>
              </a:prstGeom>
              <a:noFill/>
            </p:spPr>
            <p:txBody>
              <a:bodyPr wrap="square" rtlCol="0">
                <a:spAutoFit/>
              </a:body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点击文本框即可进行编辑输入相关内容点击文本框即可进行编辑输入相关内容点击文本框即可进行编辑输入相关内容</a:t>
                </a:r>
              </a:p>
            </p:txBody>
          </p:sp>
          <p:sp>
            <p:nvSpPr>
              <p:cNvPr id="41" name="文本框 40"/>
              <p:cNvSpPr txBox="1"/>
              <p:nvPr/>
            </p:nvSpPr>
            <p:spPr>
              <a:xfrm>
                <a:off x="8647548" y="4795113"/>
                <a:ext cx="1991741" cy="373848"/>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添加标题</a:t>
                </a:r>
              </a:p>
            </p:txBody>
          </p:sp>
        </p:grpSp>
      </p:grpSp>
      <p:cxnSp>
        <p:nvCxnSpPr>
          <p:cNvPr id="4" name="直接连接符 3"/>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图片 2"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02</a:t>
            </a:r>
            <a:endParaRPr lang="zh-CN" altLang="en-US" sz="3200" dirty="0">
              <a:solidFill>
                <a:schemeClr val="bg1"/>
              </a:solidFill>
              <a:latin typeface="Impact" panose="020B0806030902050204" pitchFamily="34" charset="0"/>
              <a:ea typeface="华文细黑" panose="02010600040101010101" pitchFamily="2" charset="-122"/>
            </a:endParaRPr>
          </a:p>
        </p:txBody>
      </p:sp>
      <p:grpSp>
        <p:nvGrpSpPr>
          <p:cNvPr id="20" name="组合 19"/>
          <p:cNvGrpSpPr/>
          <p:nvPr/>
        </p:nvGrpSpPr>
        <p:grpSpPr>
          <a:xfrm>
            <a:off x="1280160" y="1906856"/>
            <a:ext cx="9631680" cy="4100976"/>
            <a:chOff x="1613660" y="2145707"/>
            <a:chExt cx="8894320" cy="3787024"/>
          </a:xfrm>
        </p:grpSpPr>
        <p:sp>
          <p:nvSpPr>
            <p:cNvPr id="21" name="Shape 860"/>
            <p:cNvSpPr/>
            <p:nvPr/>
          </p:nvSpPr>
          <p:spPr>
            <a:xfrm>
              <a:off x="1676401" y="2145707"/>
              <a:ext cx="2064302" cy="1831209"/>
            </a:xfrm>
            <a:prstGeom prst="rect">
              <a:avLst/>
            </a:prstGeom>
            <a:ln w="12700">
              <a:solidFill>
                <a:schemeClr val="accent1"/>
              </a:solidFill>
              <a:prstDash val="sysDot"/>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2" name="Shape 864"/>
            <p:cNvSpPr/>
            <p:nvPr/>
          </p:nvSpPr>
          <p:spPr>
            <a:xfrm>
              <a:off x="2293966" y="2773657"/>
              <a:ext cx="829173" cy="0"/>
            </a:xfrm>
            <a:prstGeom prst="line">
              <a:avLst/>
            </a:prstGeom>
            <a:ln w="9525">
              <a:solidFill>
                <a:srgbClr val="DCDEE0"/>
              </a:solidFill>
              <a:prstDash val="sysDot"/>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3" name="Shape 866"/>
            <p:cNvSpPr/>
            <p:nvPr/>
          </p:nvSpPr>
          <p:spPr>
            <a:xfrm>
              <a:off x="5075146" y="2145707"/>
              <a:ext cx="2033427" cy="1831209"/>
            </a:xfrm>
            <a:prstGeom prst="rect">
              <a:avLst/>
            </a:prstGeom>
            <a:ln w="12700">
              <a:solidFill>
                <a:schemeClr val="accent2"/>
              </a:solidFill>
              <a:prstDash val="sysDot"/>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4" name="Shape 870"/>
            <p:cNvSpPr/>
            <p:nvPr/>
          </p:nvSpPr>
          <p:spPr>
            <a:xfrm>
              <a:off x="5662657" y="2804137"/>
              <a:ext cx="829173" cy="0"/>
            </a:xfrm>
            <a:prstGeom prst="line">
              <a:avLst/>
            </a:prstGeom>
            <a:ln w="9525">
              <a:solidFill>
                <a:srgbClr val="DCDEE0"/>
              </a:solidFill>
              <a:prstDash val="sysDot"/>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5" name="Shape 872"/>
            <p:cNvSpPr/>
            <p:nvPr/>
          </p:nvSpPr>
          <p:spPr>
            <a:xfrm>
              <a:off x="8443015" y="2145707"/>
              <a:ext cx="2064965" cy="1747405"/>
            </a:xfrm>
            <a:prstGeom prst="rect">
              <a:avLst/>
            </a:prstGeom>
            <a:ln w="12700">
              <a:solidFill>
                <a:schemeClr val="accent1"/>
              </a:solidFill>
              <a:prstDash val="sysDot"/>
              <a:miter lim="400000"/>
            </a:ln>
          </p:spPr>
          <p:txBody>
            <a:bodyPr lIns="50800" tIns="50800" rIns="50800" bIns="50800" anchor="ctr"/>
            <a:lstStyle/>
            <a:p>
              <a:pPr lvl="0">
                <a:lnSpc>
                  <a:spcPct val="150000"/>
                </a:lnSpc>
              </a:pPr>
              <a:endParaRPr sz="1600" dirty="0">
                <a:latin typeface="微软雅黑 Light" panose="020B0502040204020203" pitchFamily="34" charset="-122"/>
                <a:ea typeface="微软雅黑 Light" panose="020B0502040204020203" pitchFamily="34" charset="-122"/>
              </a:endParaRPr>
            </a:p>
          </p:txBody>
        </p:sp>
        <p:sp>
          <p:nvSpPr>
            <p:cNvPr id="26" name="Shape 876"/>
            <p:cNvSpPr/>
            <p:nvPr/>
          </p:nvSpPr>
          <p:spPr>
            <a:xfrm>
              <a:off x="9060911" y="2773657"/>
              <a:ext cx="829173" cy="0"/>
            </a:xfrm>
            <a:prstGeom prst="line">
              <a:avLst/>
            </a:prstGeom>
            <a:ln w="9525">
              <a:solidFill>
                <a:srgbClr val="DCDEE0"/>
              </a:solidFill>
              <a:prstDash val="sysDot"/>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7" name="Shape 878"/>
            <p:cNvSpPr/>
            <p:nvPr/>
          </p:nvSpPr>
          <p:spPr>
            <a:xfrm rot="16200000">
              <a:off x="4255865" y="3828623"/>
              <a:ext cx="312350" cy="312350"/>
            </a:xfrm>
            <a:custGeom>
              <a:avLst/>
              <a:gdLst/>
              <a:ahLst/>
              <a:cxnLst>
                <a:cxn ang="0">
                  <a:pos x="wd2" y="hd2"/>
                </a:cxn>
                <a:cxn ang="5400000">
                  <a:pos x="wd2" y="hd2"/>
                </a:cxn>
                <a:cxn ang="10800000">
                  <a:pos x="wd2" y="hd2"/>
                </a:cxn>
                <a:cxn ang="16200000">
                  <a:pos x="wd2" y="hd2"/>
                </a:cxn>
              </a:cxnLst>
              <a:rect l="0" t="0" r="r" b="b"/>
              <a:pathLst>
                <a:path w="21600" h="21600" extrusionOk="0">
                  <a:moveTo>
                    <a:pt x="12973" y="236"/>
                  </a:moveTo>
                  <a:cubicBezTo>
                    <a:pt x="12910" y="206"/>
                    <a:pt x="12839" y="186"/>
                    <a:pt x="12763" y="186"/>
                  </a:cubicBezTo>
                  <a:cubicBezTo>
                    <a:pt x="12493" y="186"/>
                    <a:pt x="12272" y="405"/>
                    <a:pt x="12272" y="678"/>
                  </a:cubicBezTo>
                  <a:cubicBezTo>
                    <a:pt x="12272" y="949"/>
                    <a:pt x="12493" y="1166"/>
                    <a:pt x="12763" y="1166"/>
                  </a:cubicBezTo>
                  <a:lnTo>
                    <a:pt x="12763" y="1181"/>
                  </a:lnTo>
                  <a:cubicBezTo>
                    <a:pt x="17245" y="2091"/>
                    <a:pt x="20618" y="6051"/>
                    <a:pt x="20618" y="10803"/>
                  </a:cubicBezTo>
                  <a:cubicBezTo>
                    <a:pt x="20618" y="16225"/>
                    <a:pt x="16223" y="20621"/>
                    <a:pt x="10800" y="20621"/>
                  </a:cubicBezTo>
                  <a:cubicBezTo>
                    <a:pt x="5378" y="20621"/>
                    <a:pt x="982" y="16225"/>
                    <a:pt x="982" y="10803"/>
                  </a:cubicBezTo>
                  <a:cubicBezTo>
                    <a:pt x="982" y="6051"/>
                    <a:pt x="4354" y="2091"/>
                    <a:pt x="8835" y="1181"/>
                  </a:cubicBezTo>
                  <a:lnTo>
                    <a:pt x="8835" y="1166"/>
                  </a:lnTo>
                  <a:cubicBezTo>
                    <a:pt x="9107" y="1166"/>
                    <a:pt x="9327" y="949"/>
                    <a:pt x="9327" y="678"/>
                  </a:cubicBezTo>
                  <a:cubicBezTo>
                    <a:pt x="9327" y="405"/>
                    <a:pt x="9107" y="186"/>
                    <a:pt x="8835" y="186"/>
                  </a:cubicBezTo>
                  <a:cubicBezTo>
                    <a:pt x="8761" y="186"/>
                    <a:pt x="8690" y="206"/>
                    <a:pt x="8626" y="236"/>
                  </a:cubicBezTo>
                  <a:cubicBezTo>
                    <a:pt x="3707" y="1244"/>
                    <a:pt x="0" y="5581"/>
                    <a:pt x="0" y="10803"/>
                  </a:cubicBezTo>
                  <a:cubicBezTo>
                    <a:pt x="0" y="16768"/>
                    <a:pt x="4836" y="21600"/>
                    <a:pt x="10800" y="21600"/>
                  </a:cubicBezTo>
                  <a:cubicBezTo>
                    <a:pt x="16764" y="21600"/>
                    <a:pt x="21600" y="16768"/>
                    <a:pt x="21600" y="10803"/>
                  </a:cubicBezTo>
                  <a:cubicBezTo>
                    <a:pt x="21600" y="5581"/>
                    <a:pt x="17893" y="1244"/>
                    <a:pt x="12973" y="236"/>
                  </a:cubicBezTo>
                  <a:moveTo>
                    <a:pt x="6873" y="9818"/>
                  </a:moveTo>
                  <a:cubicBezTo>
                    <a:pt x="6601" y="9818"/>
                    <a:pt x="6381" y="10039"/>
                    <a:pt x="6381" y="10312"/>
                  </a:cubicBezTo>
                  <a:cubicBezTo>
                    <a:pt x="6381" y="10447"/>
                    <a:pt x="6437" y="10572"/>
                    <a:pt x="6526" y="10657"/>
                  </a:cubicBezTo>
                  <a:lnTo>
                    <a:pt x="10452" y="14586"/>
                  </a:lnTo>
                  <a:cubicBezTo>
                    <a:pt x="10541" y="14676"/>
                    <a:pt x="10663" y="14728"/>
                    <a:pt x="10800" y="14728"/>
                  </a:cubicBezTo>
                  <a:cubicBezTo>
                    <a:pt x="10936" y="14728"/>
                    <a:pt x="11059" y="14676"/>
                    <a:pt x="11146" y="14586"/>
                  </a:cubicBezTo>
                  <a:lnTo>
                    <a:pt x="15074" y="10657"/>
                  </a:lnTo>
                  <a:cubicBezTo>
                    <a:pt x="15163" y="10572"/>
                    <a:pt x="15218" y="10447"/>
                    <a:pt x="15218" y="10312"/>
                  </a:cubicBezTo>
                  <a:cubicBezTo>
                    <a:pt x="15218" y="10039"/>
                    <a:pt x="14999" y="9818"/>
                    <a:pt x="14726" y="9818"/>
                  </a:cubicBezTo>
                  <a:cubicBezTo>
                    <a:pt x="14591" y="9818"/>
                    <a:pt x="14467" y="9874"/>
                    <a:pt x="14378" y="9964"/>
                  </a:cubicBezTo>
                  <a:lnTo>
                    <a:pt x="11290" y="13053"/>
                  </a:lnTo>
                  <a:lnTo>
                    <a:pt x="11290" y="495"/>
                  </a:lnTo>
                  <a:cubicBezTo>
                    <a:pt x="11290" y="221"/>
                    <a:pt x="11070" y="0"/>
                    <a:pt x="10800" y="0"/>
                  </a:cubicBezTo>
                  <a:cubicBezTo>
                    <a:pt x="10528" y="0"/>
                    <a:pt x="10309" y="221"/>
                    <a:pt x="10309" y="495"/>
                  </a:cubicBezTo>
                  <a:lnTo>
                    <a:pt x="10309" y="13053"/>
                  </a:lnTo>
                  <a:lnTo>
                    <a:pt x="7220" y="9964"/>
                  </a:lnTo>
                  <a:cubicBezTo>
                    <a:pt x="7131" y="9874"/>
                    <a:pt x="7009" y="9818"/>
                    <a:pt x="6873" y="9818"/>
                  </a:cubicBezTo>
                </a:path>
              </a:pathLst>
            </a:custGeom>
            <a:solidFill>
              <a:schemeClr val="accent1"/>
            </a:solidFill>
            <a:ln w="12700">
              <a:miter lim="400000"/>
            </a:ln>
          </p:spPr>
          <p:txBody>
            <a:bodyPr lIns="38100" tIns="38100" rIns="38100" bIns="381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8" name="Shape 879"/>
            <p:cNvSpPr/>
            <p:nvPr/>
          </p:nvSpPr>
          <p:spPr>
            <a:xfrm rot="16200000">
              <a:off x="7625969" y="3827091"/>
              <a:ext cx="312350" cy="312350"/>
            </a:xfrm>
            <a:custGeom>
              <a:avLst/>
              <a:gdLst/>
              <a:ahLst/>
              <a:cxnLst>
                <a:cxn ang="0">
                  <a:pos x="wd2" y="hd2"/>
                </a:cxn>
                <a:cxn ang="5400000">
                  <a:pos x="wd2" y="hd2"/>
                </a:cxn>
                <a:cxn ang="10800000">
                  <a:pos x="wd2" y="hd2"/>
                </a:cxn>
                <a:cxn ang="16200000">
                  <a:pos x="wd2" y="hd2"/>
                </a:cxn>
              </a:cxnLst>
              <a:rect l="0" t="0" r="r" b="b"/>
              <a:pathLst>
                <a:path w="21600" h="21600" extrusionOk="0">
                  <a:moveTo>
                    <a:pt x="12973" y="236"/>
                  </a:moveTo>
                  <a:cubicBezTo>
                    <a:pt x="12910" y="206"/>
                    <a:pt x="12839" y="186"/>
                    <a:pt x="12763" y="186"/>
                  </a:cubicBezTo>
                  <a:cubicBezTo>
                    <a:pt x="12493" y="186"/>
                    <a:pt x="12272" y="405"/>
                    <a:pt x="12272" y="678"/>
                  </a:cubicBezTo>
                  <a:cubicBezTo>
                    <a:pt x="12272" y="949"/>
                    <a:pt x="12493" y="1166"/>
                    <a:pt x="12763" y="1166"/>
                  </a:cubicBezTo>
                  <a:lnTo>
                    <a:pt x="12763" y="1181"/>
                  </a:lnTo>
                  <a:cubicBezTo>
                    <a:pt x="17245" y="2091"/>
                    <a:pt x="20618" y="6051"/>
                    <a:pt x="20618" y="10803"/>
                  </a:cubicBezTo>
                  <a:cubicBezTo>
                    <a:pt x="20618" y="16225"/>
                    <a:pt x="16223" y="20621"/>
                    <a:pt x="10800" y="20621"/>
                  </a:cubicBezTo>
                  <a:cubicBezTo>
                    <a:pt x="5378" y="20621"/>
                    <a:pt x="982" y="16225"/>
                    <a:pt x="982" y="10803"/>
                  </a:cubicBezTo>
                  <a:cubicBezTo>
                    <a:pt x="982" y="6051"/>
                    <a:pt x="4354" y="2091"/>
                    <a:pt x="8835" y="1181"/>
                  </a:cubicBezTo>
                  <a:lnTo>
                    <a:pt x="8835" y="1166"/>
                  </a:lnTo>
                  <a:cubicBezTo>
                    <a:pt x="9107" y="1166"/>
                    <a:pt x="9327" y="949"/>
                    <a:pt x="9327" y="678"/>
                  </a:cubicBezTo>
                  <a:cubicBezTo>
                    <a:pt x="9327" y="405"/>
                    <a:pt x="9107" y="186"/>
                    <a:pt x="8835" y="186"/>
                  </a:cubicBezTo>
                  <a:cubicBezTo>
                    <a:pt x="8761" y="186"/>
                    <a:pt x="8690" y="206"/>
                    <a:pt x="8626" y="236"/>
                  </a:cubicBezTo>
                  <a:cubicBezTo>
                    <a:pt x="3707" y="1244"/>
                    <a:pt x="0" y="5581"/>
                    <a:pt x="0" y="10803"/>
                  </a:cubicBezTo>
                  <a:cubicBezTo>
                    <a:pt x="0" y="16768"/>
                    <a:pt x="4836" y="21600"/>
                    <a:pt x="10800" y="21600"/>
                  </a:cubicBezTo>
                  <a:cubicBezTo>
                    <a:pt x="16764" y="21600"/>
                    <a:pt x="21600" y="16768"/>
                    <a:pt x="21600" y="10803"/>
                  </a:cubicBezTo>
                  <a:cubicBezTo>
                    <a:pt x="21600" y="5581"/>
                    <a:pt x="17893" y="1244"/>
                    <a:pt x="12973" y="236"/>
                  </a:cubicBezTo>
                  <a:moveTo>
                    <a:pt x="6873" y="9818"/>
                  </a:moveTo>
                  <a:cubicBezTo>
                    <a:pt x="6601" y="9818"/>
                    <a:pt x="6381" y="10039"/>
                    <a:pt x="6381" y="10312"/>
                  </a:cubicBezTo>
                  <a:cubicBezTo>
                    <a:pt x="6381" y="10447"/>
                    <a:pt x="6437" y="10572"/>
                    <a:pt x="6526" y="10657"/>
                  </a:cubicBezTo>
                  <a:lnTo>
                    <a:pt x="10452" y="14586"/>
                  </a:lnTo>
                  <a:cubicBezTo>
                    <a:pt x="10541" y="14676"/>
                    <a:pt x="10663" y="14728"/>
                    <a:pt x="10800" y="14728"/>
                  </a:cubicBezTo>
                  <a:cubicBezTo>
                    <a:pt x="10936" y="14728"/>
                    <a:pt x="11059" y="14676"/>
                    <a:pt x="11146" y="14586"/>
                  </a:cubicBezTo>
                  <a:lnTo>
                    <a:pt x="15074" y="10657"/>
                  </a:lnTo>
                  <a:cubicBezTo>
                    <a:pt x="15163" y="10572"/>
                    <a:pt x="15218" y="10447"/>
                    <a:pt x="15218" y="10312"/>
                  </a:cubicBezTo>
                  <a:cubicBezTo>
                    <a:pt x="15218" y="10039"/>
                    <a:pt x="14999" y="9818"/>
                    <a:pt x="14726" y="9818"/>
                  </a:cubicBezTo>
                  <a:cubicBezTo>
                    <a:pt x="14591" y="9818"/>
                    <a:pt x="14467" y="9874"/>
                    <a:pt x="14378" y="9964"/>
                  </a:cubicBezTo>
                  <a:lnTo>
                    <a:pt x="11290" y="13053"/>
                  </a:lnTo>
                  <a:lnTo>
                    <a:pt x="11290" y="495"/>
                  </a:lnTo>
                  <a:cubicBezTo>
                    <a:pt x="11290" y="221"/>
                    <a:pt x="11070" y="0"/>
                    <a:pt x="10800" y="0"/>
                  </a:cubicBezTo>
                  <a:cubicBezTo>
                    <a:pt x="10528" y="0"/>
                    <a:pt x="10309" y="221"/>
                    <a:pt x="10309" y="495"/>
                  </a:cubicBezTo>
                  <a:lnTo>
                    <a:pt x="10309" y="13053"/>
                  </a:lnTo>
                  <a:lnTo>
                    <a:pt x="7220" y="9964"/>
                  </a:lnTo>
                  <a:cubicBezTo>
                    <a:pt x="7131" y="9874"/>
                    <a:pt x="7009" y="9818"/>
                    <a:pt x="6873" y="9818"/>
                  </a:cubicBezTo>
                </a:path>
              </a:pathLst>
            </a:custGeom>
            <a:solidFill>
              <a:schemeClr val="accent2"/>
            </a:solidFill>
            <a:ln w="12700">
              <a:miter lim="400000"/>
            </a:ln>
          </p:spPr>
          <p:txBody>
            <a:bodyPr lIns="38100" tIns="38100" rIns="38100" bIns="381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29" name="Text Placeholder 27"/>
            <p:cNvSpPr txBox="1"/>
            <p:nvPr/>
          </p:nvSpPr>
          <p:spPr>
            <a:xfrm>
              <a:off x="2025978" y="2550030"/>
              <a:ext cx="1365148" cy="362412"/>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50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altLang="zh-CN" sz="1600"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sp>
          <p:nvSpPr>
            <p:cNvPr id="30" name="Shape 888"/>
            <p:cNvSpPr/>
            <p:nvPr/>
          </p:nvSpPr>
          <p:spPr>
            <a:xfrm flipV="1">
              <a:off x="2071820" y="3335565"/>
              <a:ext cx="1282702" cy="1282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31" name="Shape 906"/>
            <p:cNvSpPr/>
            <p:nvPr/>
          </p:nvSpPr>
          <p:spPr>
            <a:xfrm rot="10800000" flipH="1" flipV="1">
              <a:off x="2517355" y="3775523"/>
              <a:ext cx="391632" cy="391632"/>
            </a:xfrm>
            <a:custGeom>
              <a:avLst/>
              <a:gdLst/>
              <a:ahLst/>
              <a:cxnLst>
                <a:cxn ang="0">
                  <a:pos x="wd2" y="hd2"/>
                </a:cxn>
                <a:cxn ang="5400000">
                  <a:pos x="wd2" y="hd2"/>
                </a:cxn>
                <a:cxn ang="10800000">
                  <a:pos x="wd2" y="hd2"/>
                </a:cxn>
                <a:cxn ang="16200000">
                  <a:pos x="wd2" y="hd2"/>
                </a:cxn>
              </a:cxnLst>
              <a:rect l="0" t="0" r="r" b="b"/>
              <a:pathLst>
                <a:path w="21600" h="21600" extrusionOk="0">
                  <a:moveTo>
                    <a:pt x="21108" y="7362"/>
                  </a:moveTo>
                  <a:cubicBezTo>
                    <a:pt x="20837" y="7362"/>
                    <a:pt x="20618" y="7584"/>
                    <a:pt x="20618" y="7854"/>
                  </a:cubicBezTo>
                  <a:lnTo>
                    <a:pt x="20618" y="18654"/>
                  </a:lnTo>
                  <a:cubicBezTo>
                    <a:pt x="20618" y="19737"/>
                    <a:pt x="19738" y="20618"/>
                    <a:pt x="18654" y="20618"/>
                  </a:cubicBezTo>
                  <a:lnTo>
                    <a:pt x="2945" y="20618"/>
                  </a:lnTo>
                  <a:cubicBezTo>
                    <a:pt x="1861" y="20618"/>
                    <a:pt x="982" y="19737"/>
                    <a:pt x="982" y="18654"/>
                  </a:cubicBezTo>
                  <a:lnTo>
                    <a:pt x="982" y="2945"/>
                  </a:lnTo>
                  <a:cubicBezTo>
                    <a:pt x="982" y="1862"/>
                    <a:pt x="1861" y="982"/>
                    <a:pt x="2945" y="982"/>
                  </a:cubicBezTo>
                  <a:lnTo>
                    <a:pt x="13745" y="982"/>
                  </a:lnTo>
                  <a:cubicBezTo>
                    <a:pt x="14017" y="982"/>
                    <a:pt x="14237" y="761"/>
                    <a:pt x="14237" y="490"/>
                  </a:cubicBezTo>
                  <a:cubicBezTo>
                    <a:pt x="14237" y="220"/>
                    <a:pt x="14017" y="0"/>
                    <a:pt x="13745" y="0"/>
                  </a:cubicBezTo>
                  <a:lnTo>
                    <a:pt x="2945" y="0"/>
                  </a:lnTo>
                  <a:cubicBezTo>
                    <a:pt x="1319" y="0"/>
                    <a:pt x="0" y="1318"/>
                    <a:pt x="0" y="2945"/>
                  </a:cubicBezTo>
                  <a:lnTo>
                    <a:pt x="0" y="18654"/>
                  </a:lnTo>
                  <a:cubicBezTo>
                    <a:pt x="0" y="20280"/>
                    <a:pt x="1319" y="21600"/>
                    <a:pt x="2945" y="21600"/>
                  </a:cubicBezTo>
                  <a:lnTo>
                    <a:pt x="18654" y="21600"/>
                  </a:lnTo>
                  <a:cubicBezTo>
                    <a:pt x="20282" y="21600"/>
                    <a:pt x="21600" y="20280"/>
                    <a:pt x="21600" y="18654"/>
                  </a:cubicBezTo>
                  <a:lnTo>
                    <a:pt x="21600" y="7854"/>
                  </a:lnTo>
                  <a:cubicBezTo>
                    <a:pt x="21600" y="7584"/>
                    <a:pt x="21380" y="7362"/>
                    <a:pt x="21108" y="7362"/>
                  </a:cubicBezTo>
                  <a:moveTo>
                    <a:pt x="7006" y="12765"/>
                  </a:moveTo>
                  <a:lnTo>
                    <a:pt x="8836" y="12765"/>
                  </a:lnTo>
                  <a:lnTo>
                    <a:pt x="8836" y="14594"/>
                  </a:lnTo>
                  <a:lnTo>
                    <a:pt x="6626" y="14973"/>
                  </a:lnTo>
                  <a:cubicBezTo>
                    <a:pt x="6626" y="14973"/>
                    <a:pt x="7006" y="12765"/>
                    <a:pt x="7006" y="12765"/>
                  </a:cubicBezTo>
                  <a:close/>
                  <a:moveTo>
                    <a:pt x="16775" y="2742"/>
                  </a:moveTo>
                  <a:lnTo>
                    <a:pt x="18858" y="4825"/>
                  </a:lnTo>
                  <a:lnTo>
                    <a:pt x="9818" y="13865"/>
                  </a:lnTo>
                  <a:lnTo>
                    <a:pt x="9818" y="11782"/>
                  </a:lnTo>
                  <a:lnTo>
                    <a:pt x="7735" y="11782"/>
                  </a:lnTo>
                  <a:cubicBezTo>
                    <a:pt x="7735" y="11782"/>
                    <a:pt x="16775" y="2742"/>
                    <a:pt x="16775" y="2742"/>
                  </a:cubicBezTo>
                  <a:close/>
                  <a:moveTo>
                    <a:pt x="18104" y="1411"/>
                  </a:moveTo>
                  <a:cubicBezTo>
                    <a:pt x="18370" y="1146"/>
                    <a:pt x="18738" y="982"/>
                    <a:pt x="19146" y="982"/>
                  </a:cubicBezTo>
                  <a:cubicBezTo>
                    <a:pt x="19958" y="982"/>
                    <a:pt x="20618" y="1640"/>
                    <a:pt x="20618" y="2454"/>
                  </a:cubicBezTo>
                  <a:cubicBezTo>
                    <a:pt x="20618" y="2861"/>
                    <a:pt x="20454" y="3230"/>
                    <a:pt x="20186" y="3496"/>
                  </a:cubicBezTo>
                  <a:lnTo>
                    <a:pt x="19552" y="4130"/>
                  </a:lnTo>
                  <a:lnTo>
                    <a:pt x="17470" y="2049"/>
                  </a:lnTo>
                  <a:cubicBezTo>
                    <a:pt x="17470" y="2049"/>
                    <a:pt x="18104" y="1411"/>
                    <a:pt x="18104" y="1411"/>
                  </a:cubicBezTo>
                  <a:close/>
                  <a:moveTo>
                    <a:pt x="5399" y="16198"/>
                  </a:moveTo>
                  <a:lnTo>
                    <a:pt x="9589" y="15481"/>
                  </a:lnTo>
                  <a:lnTo>
                    <a:pt x="20881" y="4189"/>
                  </a:lnTo>
                  <a:cubicBezTo>
                    <a:pt x="21324" y="3747"/>
                    <a:pt x="21600" y="3132"/>
                    <a:pt x="21600" y="2454"/>
                  </a:cubicBezTo>
                  <a:cubicBezTo>
                    <a:pt x="21600" y="1098"/>
                    <a:pt x="20500" y="0"/>
                    <a:pt x="19146" y="0"/>
                  </a:cubicBezTo>
                  <a:cubicBezTo>
                    <a:pt x="18467" y="0"/>
                    <a:pt x="17853" y="274"/>
                    <a:pt x="17411" y="718"/>
                  </a:cubicBezTo>
                  <a:lnTo>
                    <a:pt x="6119" y="12011"/>
                  </a:lnTo>
                  <a:cubicBezTo>
                    <a:pt x="6119" y="12011"/>
                    <a:pt x="5399" y="16198"/>
                    <a:pt x="5399" y="16198"/>
                  </a:cubicBezTo>
                  <a:close/>
                </a:path>
              </a:pathLst>
            </a:custGeom>
            <a:solidFill>
              <a:srgbClr val="FFFFFF"/>
            </a:solidFill>
            <a:ln w="12700">
              <a:miter lim="400000"/>
            </a:ln>
          </p:spPr>
          <p:txBody>
            <a:bodyPr lIns="38100" tIns="38100" rIns="38100" bIns="38100" anchor="ctr"/>
            <a:lstStyle/>
            <a:p>
              <a:pPr lvl="0" defTabSz="457200">
                <a:lnSpc>
                  <a:spcPct val="15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latin typeface="微软雅黑 Light" panose="020B0502040204020203" pitchFamily="34" charset="-122"/>
                <a:ea typeface="微软雅黑 Light" panose="020B0502040204020203" pitchFamily="34" charset="-122"/>
              </a:endParaRPr>
            </a:p>
          </p:txBody>
        </p:sp>
        <p:sp>
          <p:nvSpPr>
            <p:cNvPr id="32" name="Shape 894"/>
            <p:cNvSpPr/>
            <p:nvPr/>
          </p:nvSpPr>
          <p:spPr>
            <a:xfrm flipV="1">
              <a:off x="5450508" y="3341157"/>
              <a:ext cx="1282702" cy="1282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353A43"/>
            </a:solidFill>
            <a:ln w="12700">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33" name="Shape 907"/>
            <p:cNvSpPr/>
            <p:nvPr/>
          </p:nvSpPr>
          <p:spPr>
            <a:xfrm rot="5400000" flipV="1">
              <a:off x="5895870" y="3781114"/>
              <a:ext cx="391632" cy="391632"/>
            </a:xfrm>
            <a:custGeom>
              <a:avLst/>
              <a:gdLst/>
              <a:ahLst/>
              <a:cxnLst>
                <a:cxn ang="0">
                  <a:pos x="wd2" y="hd2"/>
                </a:cxn>
                <a:cxn ang="5400000">
                  <a:pos x="wd2" y="hd2"/>
                </a:cxn>
                <a:cxn ang="10800000">
                  <a:pos x="wd2" y="hd2"/>
                </a:cxn>
                <a:cxn ang="16200000">
                  <a:pos x="wd2" y="hd2"/>
                </a:cxn>
              </a:cxnLst>
              <a:rect l="0" t="0" r="r" b="b"/>
              <a:pathLst>
                <a:path w="21600" h="21600" extrusionOk="0">
                  <a:moveTo>
                    <a:pt x="9328" y="17673"/>
                  </a:moveTo>
                  <a:cubicBezTo>
                    <a:pt x="4718" y="17673"/>
                    <a:pt x="982" y="13935"/>
                    <a:pt x="982" y="9329"/>
                  </a:cubicBezTo>
                  <a:cubicBezTo>
                    <a:pt x="982" y="4717"/>
                    <a:pt x="4718" y="982"/>
                    <a:pt x="9328" y="982"/>
                  </a:cubicBezTo>
                  <a:cubicBezTo>
                    <a:pt x="13937" y="982"/>
                    <a:pt x="17674" y="4717"/>
                    <a:pt x="17674" y="9329"/>
                  </a:cubicBezTo>
                  <a:cubicBezTo>
                    <a:pt x="17674" y="13935"/>
                    <a:pt x="13937" y="17673"/>
                    <a:pt x="9328" y="17673"/>
                  </a:cubicBezTo>
                  <a:moveTo>
                    <a:pt x="21457" y="20762"/>
                  </a:moveTo>
                  <a:lnTo>
                    <a:pt x="16253" y="15559"/>
                  </a:lnTo>
                  <a:cubicBezTo>
                    <a:pt x="17742" y="13908"/>
                    <a:pt x="18654" y="11727"/>
                    <a:pt x="18654" y="9329"/>
                  </a:cubicBezTo>
                  <a:cubicBezTo>
                    <a:pt x="18654" y="4176"/>
                    <a:pt x="14480" y="0"/>
                    <a:pt x="9328" y="0"/>
                  </a:cubicBezTo>
                  <a:cubicBezTo>
                    <a:pt x="4176" y="0"/>
                    <a:pt x="0" y="4176"/>
                    <a:pt x="0" y="9329"/>
                  </a:cubicBezTo>
                  <a:cubicBezTo>
                    <a:pt x="0" y="14479"/>
                    <a:pt x="4176" y="18655"/>
                    <a:pt x="9328" y="18655"/>
                  </a:cubicBezTo>
                  <a:cubicBezTo>
                    <a:pt x="11726" y="18655"/>
                    <a:pt x="13907" y="17740"/>
                    <a:pt x="15560" y="16254"/>
                  </a:cubicBezTo>
                  <a:lnTo>
                    <a:pt x="20762" y="21456"/>
                  </a:lnTo>
                  <a:cubicBezTo>
                    <a:pt x="20852" y="21546"/>
                    <a:pt x="20973" y="21600"/>
                    <a:pt x="21109" y="21600"/>
                  </a:cubicBezTo>
                  <a:cubicBezTo>
                    <a:pt x="21380" y="21600"/>
                    <a:pt x="21600" y="21381"/>
                    <a:pt x="21600" y="21110"/>
                  </a:cubicBezTo>
                  <a:cubicBezTo>
                    <a:pt x="21600" y="20974"/>
                    <a:pt x="21545" y="20852"/>
                    <a:pt x="21457" y="20762"/>
                  </a:cubicBezTo>
                </a:path>
              </a:pathLst>
            </a:custGeom>
            <a:solidFill>
              <a:srgbClr val="FFFFFF"/>
            </a:solidFill>
            <a:ln w="12700">
              <a:miter lim="400000"/>
            </a:ln>
          </p:spPr>
          <p:txBody>
            <a:bodyPr lIns="38100" tIns="38100" rIns="38100" bIns="38100" anchor="ctr"/>
            <a:lstStyle/>
            <a:p>
              <a:pPr lvl="0" defTabSz="457200">
                <a:lnSpc>
                  <a:spcPct val="15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latin typeface="微软雅黑 Light" panose="020B0502040204020203" pitchFamily="34" charset="-122"/>
                <a:ea typeface="微软雅黑 Light" panose="020B0502040204020203" pitchFamily="34" charset="-122"/>
              </a:endParaRPr>
            </a:p>
          </p:txBody>
        </p:sp>
        <p:sp>
          <p:nvSpPr>
            <p:cNvPr id="34" name="Shape 900"/>
            <p:cNvSpPr/>
            <p:nvPr/>
          </p:nvSpPr>
          <p:spPr>
            <a:xfrm flipV="1">
              <a:off x="8845378" y="3341914"/>
              <a:ext cx="1282702" cy="1282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50800" tIns="50800" rIns="50800" bIns="50800" anchor="ctr"/>
            <a:lstStyle/>
            <a:p>
              <a:pPr lvl="0">
                <a:lnSpc>
                  <a:spcPct val="150000"/>
                </a:lnSpc>
              </a:pPr>
              <a:endParaRPr sz="1600">
                <a:latin typeface="微软雅黑 Light" panose="020B0502040204020203" pitchFamily="34" charset="-122"/>
                <a:ea typeface="微软雅黑 Light" panose="020B0502040204020203" pitchFamily="34" charset="-122"/>
              </a:endParaRPr>
            </a:p>
          </p:txBody>
        </p:sp>
        <p:sp>
          <p:nvSpPr>
            <p:cNvPr id="35" name="Shape 908"/>
            <p:cNvSpPr/>
            <p:nvPr/>
          </p:nvSpPr>
          <p:spPr>
            <a:xfrm>
              <a:off x="9290925" y="3781874"/>
              <a:ext cx="391616" cy="391632"/>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1"/>
                  </a:lnTo>
                  <a:lnTo>
                    <a:pt x="19656" y="2639"/>
                  </a:lnTo>
                  <a:cubicBezTo>
                    <a:pt x="19656" y="2639"/>
                    <a:pt x="12281" y="19846"/>
                    <a:pt x="12281" y="19846"/>
                  </a:cubicBezTo>
                  <a:close/>
                  <a:moveTo>
                    <a:pt x="1755" y="9319"/>
                  </a:moveTo>
                  <a:lnTo>
                    <a:pt x="18962" y="1943"/>
                  </a:lnTo>
                  <a:lnTo>
                    <a:pt x="8719" y="12187"/>
                  </a:lnTo>
                  <a:cubicBezTo>
                    <a:pt x="8719" y="12187"/>
                    <a:pt x="1755" y="9319"/>
                    <a:pt x="1755" y="9319"/>
                  </a:cubicBezTo>
                  <a:close/>
                  <a:moveTo>
                    <a:pt x="21600" y="489"/>
                  </a:moveTo>
                  <a:cubicBezTo>
                    <a:pt x="21600" y="219"/>
                    <a:pt x="21381" y="0"/>
                    <a:pt x="21110" y="0"/>
                  </a:cubicBezTo>
                  <a:cubicBezTo>
                    <a:pt x="21036" y="0"/>
                    <a:pt x="20965" y="21"/>
                    <a:pt x="20900" y="52"/>
                  </a:cubicBezTo>
                  <a:lnTo>
                    <a:pt x="20899" y="48"/>
                  </a:lnTo>
                  <a:lnTo>
                    <a:pt x="302" y="8875"/>
                  </a:lnTo>
                  <a:cubicBezTo>
                    <a:pt x="301" y="8875"/>
                    <a:pt x="299" y="8875"/>
                    <a:pt x="297" y="8875"/>
                  </a:cubicBezTo>
                  <a:lnTo>
                    <a:pt x="281" y="8884"/>
                  </a:lnTo>
                  <a:lnTo>
                    <a:pt x="281" y="8886"/>
                  </a:lnTo>
                  <a:cubicBezTo>
                    <a:pt x="117" y="8967"/>
                    <a:pt x="0" y="9132"/>
                    <a:pt x="0" y="9326"/>
                  </a:cubicBezTo>
                  <a:cubicBezTo>
                    <a:pt x="0" y="9549"/>
                    <a:pt x="152" y="9732"/>
                    <a:pt x="355" y="9792"/>
                  </a:cubicBezTo>
                  <a:lnTo>
                    <a:pt x="353" y="9797"/>
                  </a:lnTo>
                  <a:lnTo>
                    <a:pt x="8462" y="13135"/>
                  </a:lnTo>
                  <a:lnTo>
                    <a:pt x="11803" y="21248"/>
                  </a:lnTo>
                  <a:lnTo>
                    <a:pt x="11810" y="21245"/>
                  </a:lnTo>
                  <a:cubicBezTo>
                    <a:pt x="11870" y="21446"/>
                    <a:pt x="12050" y="21600"/>
                    <a:pt x="12273" y="21600"/>
                  </a:cubicBezTo>
                  <a:cubicBezTo>
                    <a:pt x="12469" y="21600"/>
                    <a:pt x="12634" y="21483"/>
                    <a:pt x="12714" y="21319"/>
                  </a:cubicBezTo>
                  <a:lnTo>
                    <a:pt x="12716" y="21319"/>
                  </a:lnTo>
                  <a:lnTo>
                    <a:pt x="12724" y="21302"/>
                  </a:lnTo>
                  <a:cubicBezTo>
                    <a:pt x="12725" y="21300"/>
                    <a:pt x="12726" y="21299"/>
                    <a:pt x="12726" y="21299"/>
                  </a:cubicBezTo>
                  <a:lnTo>
                    <a:pt x="21553" y="701"/>
                  </a:lnTo>
                  <a:lnTo>
                    <a:pt x="21548" y="699"/>
                  </a:lnTo>
                  <a:cubicBezTo>
                    <a:pt x="21580" y="635"/>
                    <a:pt x="21600" y="566"/>
                    <a:pt x="21600" y="489"/>
                  </a:cubicBezTo>
                  <a:moveTo>
                    <a:pt x="7855" y="16200"/>
                  </a:moveTo>
                  <a:cubicBezTo>
                    <a:pt x="7719" y="16200"/>
                    <a:pt x="7597" y="16256"/>
                    <a:pt x="7508" y="16342"/>
                  </a:cubicBezTo>
                  <a:lnTo>
                    <a:pt x="6035" y="17816"/>
                  </a:lnTo>
                  <a:cubicBezTo>
                    <a:pt x="5946" y="17906"/>
                    <a:pt x="5891" y="18029"/>
                    <a:pt x="5891" y="18162"/>
                  </a:cubicBezTo>
                  <a:cubicBezTo>
                    <a:pt x="5891" y="18434"/>
                    <a:pt x="6111" y="18655"/>
                    <a:pt x="6382" y="18655"/>
                  </a:cubicBezTo>
                  <a:cubicBezTo>
                    <a:pt x="6518" y="18655"/>
                    <a:pt x="6641" y="18599"/>
                    <a:pt x="6728" y="18511"/>
                  </a:cubicBezTo>
                  <a:lnTo>
                    <a:pt x="8202" y="17036"/>
                  </a:lnTo>
                  <a:cubicBezTo>
                    <a:pt x="8291" y="16949"/>
                    <a:pt x="8346" y="16826"/>
                    <a:pt x="8346" y="16691"/>
                  </a:cubicBezTo>
                  <a:cubicBezTo>
                    <a:pt x="8346" y="16419"/>
                    <a:pt x="8126" y="16200"/>
                    <a:pt x="7855" y="16200"/>
                  </a:cubicBezTo>
                  <a:moveTo>
                    <a:pt x="7855" y="14236"/>
                  </a:moveTo>
                  <a:cubicBezTo>
                    <a:pt x="7855" y="13964"/>
                    <a:pt x="7635" y="13745"/>
                    <a:pt x="7364" y="13745"/>
                  </a:cubicBezTo>
                  <a:cubicBezTo>
                    <a:pt x="7228" y="13745"/>
                    <a:pt x="7105" y="13801"/>
                    <a:pt x="7017" y="13889"/>
                  </a:cubicBezTo>
                  <a:lnTo>
                    <a:pt x="2108" y="18798"/>
                  </a:lnTo>
                  <a:cubicBezTo>
                    <a:pt x="2019" y="18888"/>
                    <a:pt x="1964" y="19010"/>
                    <a:pt x="1964" y="19145"/>
                  </a:cubicBezTo>
                  <a:cubicBezTo>
                    <a:pt x="1964" y="19416"/>
                    <a:pt x="2184" y="19636"/>
                    <a:pt x="2454" y="19636"/>
                  </a:cubicBezTo>
                  <a:cubicBezTo>
                    <a:pt x="2590" y="19636"/>
                    <a:pt x="2713" y="19581"/>
                    <a:pt x="2802" y="19491"/>
                  </a:cubicBezTo>
                  <a:lnTo>
                    <a:pt x="7711" y="14582"/>
                  </a:lnTo>
                  <a:cubicBezTo>
                    <a:pt x="7801" y="14494"/>
                    <a:pt x="7855" y="14373"/>
                    <a:pt x="7855" y="14236"/>
                  </a:cubicBezTo>
                  <a:moveTo>
                    <a:pt x="4765" y="14582"/>
                  </a:moveTo>
                  <a:lnTo>
                    <a:pt x="5256" y="14091"/>
                  </a:lnTo>
                  <a:cubicBezTo>
                    <a:pt x="5345" y="14003"/>
                    <a:pt x="5400" y="13881"/>
                    <a:pt x="5400" y="13745"/>
                  </a:cubicBezTo>
                  <a:cubicBezTo>
                    <a:pt x="5400" y="13474"/>
                    <a:pt x="5180" y="13254"/>
                    <a:pt x="4910" y="13254"/>
                  </a:cubicBezTo>
                  <a:cubicBezTo>
                    <a:pt x="4773" y="13254"/>
                    <a:pt x="4651" y="13309"/>
                    <a:pt x="4563" y="13398"/>
                  </a:cubicBezTo>
                  <a:lnTo>
                    <a:pt x="4071" y="13889"/>
                  </a:lnTo>
                  <a:cubicBezTo>
                    <a:pt x="3982" y="13979"/>
                    <a:pt x="3927" y="14100"/>
                    <a:pt x="3927" y="14236"/>
                  </a:cubicBezTo>
                  <a:cubicBezTo>
                    <a:pt x="3927" y="14506"/>
                    <a:pt x="4147" y="14726"/>
                    <a:pt x="4419" y="14726"/>
                  </a:cubicBezTo>
                  <a:cubicBezTo>
                    <a:pt x="4554" y="14726"/>
                    <a:pt x="4677" y="14672"/>
                    <a:pt x="4765" y="14582"/>
                  </a:cubicBezTo>
                </a:path>
              </a:pathLst>
            </a:custGeom>
            <a:solidFill>
              <a:srgbClr val="FFFFFF"/>
            </a:solidFill>
            <a:ln w="12700">
              <a:miter lim="400000"/>
            </a:ln>
          </p:spPr>
          <p:txBody>
            <a:bodyPr lIns="38100" tIns="38100" rIns="38100" bIns="38100" anchor="ctr"/>
            <a:lstStyle/>
            <a:p>
              <a:pPr lvl="0" defTabSz="457200">
                <a:lnSpc>
                  <a:spcPct val="15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latin typeface="微软雅黑 Light" panose="020B0502040204020203" pitchFamily="34" charset="-122"/>
                <a:ea typeface="微软雅黑 Light" panose="020B0502040204020203" pitchFamily="34" charset="-122"/>
              </a:endParaRPr>
            </a:p>
          </p:txBody>
        </p:sp>
        <p:sp>
          <p:nvSpPr>
            <p:cNvPr id="36" name="Text Placeholder 27"/>
            <p:cNvSpPr txBox="1"/>
            <p:nvPr/>
          </p:nvSpPr>
          <p:spPr>
            <a:xfrm>
              <a:off x="5393847" y="2550030"/>
              <a:ext cx="1365148" cy="362412"/>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50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altLang="zh-CN" sz="1600"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sp>
          <p:nvSpPr>
            <p:cNvPr id="37" name="Text Placeholder 27"/>
            <p:cNvSpPr txBox="1"/>
            <p:nvPr/>
          </p:nvSpPr>
          <p:spPr>
            <a:xfrm>
              <a:off x="8761716" y="2550030"/>
              <a:ext cx="1365148" cy="362412"/>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50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altLang="zh-CN" sz="1600"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sp>
          <p:nvSpPr>
            <p:cNvPr id="38" name="文本框 37"/>
            <p:cNvSpPr txBox="1"/>
            <p:nvPr/>
          </p:nvSpPr>
          <p:spPr>
            <a:xfrm>
              <a:off x="1613660" y="5129974"/>
              <a:ext cx="2121978" cy="802757"/>
            </a:xfrm>
            <a:prstGeom prst="rect">
              <a:avLst/>
            </a:prstGeom>
            <a:noFill/>
          </p:spPr>
          <p:txBody>
            <a:bodyPr wrap="square" rtlCol="0">
              <a:spAutoFit/>
            </a:bodyPr>
            <a:lstStyle/>
            <a:p>
              <a:pPr algn="ctr">
                <a:lnSpc>
                  <a:spcPct val="150000"/>
                </a:lnSpc>
              </a:pPr>
              <a:r>
                <a:rPr lang="zh-CN" altLang="en-US" sz="11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39" name="文本框 38"/>
            <p:cNvSpPr txBox="1"/>
            <p:nvPr/>
          </p:nvSpPr>
          <p:spPr>
            <a:xfrm>
              <a:off x="1994774" y="4737904"/>
              <a:ext cx="1359748" cy="387657"/>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40" name="文本框 39"/>
            <p:cNvSpPr txBox="1"/>
            <p:nvPr/>
          </p:nvSpPr>
          <p:spPr>
            <a:xfrm>
              <a:off x="5035010" y="5129973"/>
              <a:ext cx="2121978" cy="802757"/>
            </a:xfrm>
            <a:prstGeom prst="rect">
              <a:avLst/>
            </a:prstGeom>
            <a:noFill/>
          </p:spPr>
          <p:txBody>
            <a:bodyPr wrap="square" rtlCol="0">
              <a:spAutoFit/>
            </a:bodyPr>
            <a:lstStyle/>
            <a:p>
              <a:pPr algn="ctr">
                <a:lnSpc>
                  <a:spcPct val="150000"/>
                </a:lnSpc>
              </a:pPr>
              <a:r>
                <a:rPr lang="zh-CN" altLang="en-US" sz="11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1" name="文本框 40"/>
            <p:cNvSpPr txBox="1"/>
            <p:nvPr/>
          </p:nvSpPr>
          <p:spPr>
            <a:xfrm>
              <a:off x="5416124" y="4737904"/>
              <a:ext cx="1359748" cy="387657"/>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42" name="文本框 41"/>
            <p:cNvSpPr txBox="1"/>
            <p:nvPr/>
          </p:nvSpPr>
          <p:spPr>
            <a:xfrm>
              <a:off x="8386002" y="5129973"/>
              <a:ext cx="2121978" cy="802757"/>
            </a:xfrm>
            <a:prstGeom prst="rect">
              <a:avLst/>
            </a:prstGeom>
            <a:noFill/>
          </p:spPr>
          <p:txBody>
            <a:bodyPr wrap="square" rtlCol="0">
              <a:spAutoFit/>
            </a:bodyPr>
            <a:lstStyle/>
            <a:p>
              <a:pPr algn="ctr">
                <a:lnSpc>
                  <a:spcPct val="150000"/>
                </a:lnSpc>
              </a:pPr>
              <a:r>
                <a:rPr lang="zh-CN" altLang="en-US" sz="11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3" name="文本框 42"/>
            <p:cNvSpPr txBox="1"/>
            <p:nvPr/>
          </p:nvSpPr>
          <p:spPr>
            <a:xfrm>
              <a:off x="8767116" y="4737904"/>
              <a:ext cx="1359748" cy="387657"/>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grpSp>
      <p:sp>
        <p:nvSpPr>
          <p:cNvPr id="2" name="文本框 1"/>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cxnSp>
        <p:nvCxnSpPr>
          <p:cNvPr id="3" name="直接连接符 2"/>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3929"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2736151" y="1944408"/>
            <a:ext cx="7080367" cy="2138045"/>
            <a:chOff x="3218538" y="2202948"/>
            <a:chExt cx="5821291" cy="1757845"/>
          </a:xfrm>
        </p:grpSpPr>
        <p:sp>
          <p:nvSpPr>
            <p:cNvPr id="27" name="文本框 26"/>
            <p:cNvSpPr txBox="1"/>
            <p:nvPr/>
          </p:nvSpPr>
          <p:spPr>
            <a:xfrm>
              <a:off x="5235617" y="3163936"/>
              <a:ext cx="3804212" cy="725557"/>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gn="l">
                <a:lnSpc>
                  <a:spcPct val="200000"/>
                </a:lnSpc>
              </a:pPr>
              <a:r>
                <a:rPr lang="en-US" altLang="zh-CN" sz="900" b="0" dirty="0">
                  <a:solidFill>
                    <a:schemeClr val="tx1">
                      <a:lumMod val="75000"/>
                      <a:lumOff val="25000"/>
                    </a:schemeClr>
                  </a:solidFill>
                  <a:latin typeface="微软雅黑 Light" panose="020B0502040204020203" pitchFamily="34" charset="-122"/>
                  <a:ea typeface="微软雅黑 Light" panose="020B0502040204020203" pitchFamily="34" charset="-122"/>
                </a:rPr>
                <a:t>A company is an association or collection of individuals, whether natural persons, legal persons, or a mixture of both. A company is an  association or collection of individuals, whether natural persons, legal persons</a:t>
              </a:r>
            </a:p>
          </p:txBody>
        </p:sp>
        <p:sp>
          <p:nvSpPr>
            <p:cNvPr id="28" name="文本框 27"/>
            <p:cNvSpPr txBox="1"/>
            <p:nvPr/>
          </p:nvSpPr>
          <p:spPr>
            <a:xfrm>
              <a:off x="3218538" y="2202948"/>
              <a:ext cx="2102734" cy="1757845"/>
            </a:xfrm>
            <a:prstGeom prst="rect">
              <a:avLst/>
            </a:prstGeom>
            <a:noFill/>
          </p:spPr>
          <p:txBody>
            <a:bodyPr wrap="square" rtlCol="0">
              <a:spAutoFit/>
            </a:bodyPr>
            <a:lstStyle/>
            <a:p>
              <a:pPr algn="ctr"/>
              <a:r>
                <a:rPr lang="en-US" altLang="zh-CN" sz="13300" dirty="0">
                  <a:solidFill>
                    <a:schemeClr val="accent1"/>
                  </a:solidFill>
                  <a:latin typeface="微软雅黑" panose="020B0503020204020204" pitchFamily="34" charset="-122"/>
                  <a:ea typeface="微软雅黑" panose="020B0503020204020204" pitchFamily="34" charset="-122"/>
                </a:rPr>
                <a:t>03</a:t>
              </a:r>
              <a:endParaRPr lang="en-US" altLang="zh-CN" sz="13300" spc="300" dirty="0">
                <a:solidFill>
                  <a:schemeClr val="accent1"/>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5189500" y="2397468"/>
            <a:ext cx="3406381" cy="706756"/>
          </a:xfrm>
          <a:prstGeom prst="rect">
            <a:avLst/>
          </a:prstGeom>
          <a:noFill/>
        </p:spPr>
        <p:txBody>
          <a:bodyPr wrap="square" rtlCol="0">
            <a:spAutoFit/>
          </a:bodyPr>
          <a:lstStyle/>
          <a:p>
            <a:pPr algn="l"/>
            <a:r>
              <a:rPr lang="en-US" altLang="zh-CN" sz="4000" b="1"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4000" b="1" dirty="0">
                <a:solidFill>
                  <a:schemeClr val="tx1">
                    <a:lumMod val="75000"/>
                    <a:lumOff val="25000"/>
                  </a:schemeClr>
                </a:solidFill>
                <a:latin typeface="微软雅黑" panose="020B0503020204020204" pitchFamily="34" charset="-122"/>
                <a:ea typeface="微软雅黑" panose="020B0503020204020204" pitchFamily="34" charset="-122"/>
              </a:rPr>
              <a:t>号字标题</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03</a:t>
            </a:r>
            <a:endParaRPr lang="zh-CN" altLang="en-US" sz="3200" dirty="0">
              <a:solidFill>
                <a:schemeClr val="bg1"/>
              </a:solidFill>
              <a:latin typeface="Impact" panose="020B0806030902050204" pitchFamily="34" charset="0"/>
              <a:ea typeface="华文细黑" panose="02010600040101010101" pitchFamily="2" charset="-122"/>
            </a:endParaRPr>
          </a:p>
        </p:txBody>
      </p:sp>
      <p:sp>
        <p:nvSpPr>
          <p:cNvPr id="11" name="Isosceles Triangle 26"/>
          <p:cNvSpPr/>
          <p:nvPr/>
        </p:nvSpPr>
        <p:spPr>
          <a:xfrm>
            <a:off x="133937" y="4374906"/>
            <a:ext cx="4118301" cy="2492350"/>
          </a:xfrm>
          <a:custGeom>
            <a:avLst/>
            <a:gdLst>
              <a:gd name="connsiteX0" fmla="*/ 0 w 1523036"/>
              <a:gd name="connsiteY0" fmla="*/ 1312962 h 1312962"/>
              <a:gd name="connsiteX1" fmla="*/ 761518 w 1523036"/>
              <a:gd name="connsiteY1" fmla="*/ 0 h 1312962"/>
              <a:gd name="connsiteX2" fmla="*/ 1523036 w 1523036"/>
              <a:gd name="connsiteY2" fmla="*/ 1312962 h 1312962"/>
              <a:gd name="connsiteX3" fmla="*/ 0 w 1523036"/>
              <a:gd name="connsiteY3" fmla="*/ 1312962 h 1312962"/>
              <a:gd name="connsiteX0-1" fmla="*/ 0 w 1523036"/>
              <a:gd name="connsiteY0-2" fmla="*/ 1122131 h 1122131"/>
              <a:gd name="connsiteX1-3" fmla="*/ 761518 w 1523036"/>
              <a:gd name="connsiteY1-4" fmla="*/ 0 h 1122131"/>
              <a:gd name="connsiteX2-5" fmla="*/ 1523036 w 1523036"/>
              <a:gd name="connsiteY2-6" fmla="*/ 1122131 h 1122131"/>
              <a:gd name="connsiteX3-7" fmla="*/ 0 w 1523036"/>
              <a:gd name="connsiteY3-8" fmla="*/ 1122131 h 1122131"/>
              <a:gd name="connsiteX0-9" fmla="*/ 0 w 1523036"/>
              <a:gd name="connsiteY0-10" fmla="*/ 1122198 h 1122198"/>
              <a:gd name="connsiteX1-11" fmla="*/ 761518 w 1523036"/>
              <a:gd name="connsiteY1-12" fmla="*/ 67 h 1122198"/>
              <a:gd name="connsiteX2-13" fmla="*/ 1523036 w 1523036"/>
              <a:gd name="connsiteY2-14" fmla="*/ 1122198 h 1122198"/>
              <a:gd name="connsiteX3-15" fmla="*/ 0 w 1523036"/>
              <a:gd name="connsiteY3-16" fmla="*/ 1122198 h 1122198"/>
              <a:gd name="connsiteX0-17" fmla="*/ 0 w 1523036"/>
              <a:gd name="connsiteY0-18" fmla="*/ 1678761 h 1678761"/>
              <a:gd name="connsiteX1-19" fmla="*/ 769469 w 1523036"/>
              <a:gd name="connsiteY1-20" fmla="*/ 39 h 1678761"/>
              <a:gd name="connsiteX2-21" fmla="*/ 1523036 w 1523036"/>
              <a:gd name="connsiteY2-22" fmla="*/ 1678761 h 1678761"/>
              <a:gd name="connsiteX3-23" fmla="*/ 0 w 1523036"/>
              <a:gd name="connsiteY3-24" fmla="*/ 1678761 h 1678761"/>
              <a:gd name="connsiteX0-25" fmla="*/ 0 w 1523036"/>
              <a:gd name="connsiteY0-26" fmla="*/ 1678756 h 1678756"/>
              <a:gd name="connsiteX1-27" fmla="*/ 769469 w 1523036"/>
              <a:gd name="connsiteY1-28" fmla="*/ 34 h 1678756"/>
              <a:gd name="connsiteX2-29" fmla="*/ 1523036 w 1523036"/>
              <a:gd name="connsiteY2-30" fmla="*/ 1678756 h 1678756"/>
              <a:gd name="connsiteX3-31" fmla="*/ 0 w 1523036"/>
              <a:gd name="connsiteY3-32" fmla="*/ 1678756 h 1678756"/>
            </a:gdLst>
            <a:ahLst/>
            <a:cxnLst>
              <a:cxn ang="0">
                <a:pos x="connsiteX0-1" y="connsiteY0-2"/>
              </a:cxn>
              <a:cxn ang="0">
                <a:pos x="connsiteX1-3" y="connsiteY1-4"/>
              </a:cxn>
              <a:cxn ang="0">
                <a:pos x="connsiteX2-5" y="connsiteY2-6"/>
              </a:cxn>
              <a:cxn ang="0">
                <a:pos x="connsiteX3-7" y="connsiteY3-8"/>
              </a:cxn>
            </a:cxnLst>
            <a:rect l="l" t="t"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2" name="Isosceles Triangle 26"/>
          <p:cNvSpPr/>
          <p:nvPr/>
        </p:nvSpPr>
        <p:spPr>
          <a:xfrm>
            <a:off x="1068008" y="4961116"/>
            <a:ext cx="4118301" cy="1906141"/>
          </a:xfrm>
          <a:custGeom>
            <a:avLst/>
            <a:gdLst>
              <a:gd name="connsiteX0" fmla="*/ 0 w 1523036"/>
              <a:gd name="connsiteY0" fmla="*/ 1312962 h 1312962"/>
              <a:gd name="connsiteX1" fmla="*/ 761518 w 1523036"/>
              <a:gd name="connsiteY1" fmla="*/ 0 h 1312962"/>
              <a:gd name="connsiteX2" fmla="*/ 1523036 w 1523036"/>
              <a:gd name="connsiteY2" fmla="*/ 1312962 h 1312962"/>
              <a:gd name="connsiteX3" fmla="*/ 0 w 1523036"/>
              <a:gd name="connsiteY3" fmla="*/ 1312962 h 1312962"/>
              <a:gd name="connsiteX0-1" fmla="*/ 0 w 1523036"/>
              <a:gd name="connsiteY0-2" fmla="*/ 1122131 h 1122131"/>
              <a:gd name="connsiteX1-3" fmla="*/ 761518 w 1523036"/>
              <a:gd name="connsiteY1-4" fmla="*/ 0 h 1122131"/>
              <a:gd name="connsiteX2-5" fmla="*/ 1523036 w 1523036"/>
              <a:gd name="connsiteY2-6" fmla="*/ 1122131 h 1122131"/>
              <a:gd name="connsiteX3-7" fmla="*/ 0 w 1523036"/>
              <a:gd name="connsiteY3-8" fmla="*/ 1122131 h 1122131"/>
              <a:gd name="connsiteX0-9" fmla="*/ 0 w 1523036"/>
              <a:gd name="connsiteY0-10" fmla="*/ 1122198 h 1122198"/>
              <a:gd name="connsiteX1-11" fmla="*/ 761518 w 1523036"/>
              <a:gd name="connsiteY1-12" fmla="*/ 67 h 1122198"/>
              <a:gd name="connsiteX2-13" fmla="*/ 1523036 w 1523036"/>
              <a:gd name="connsiteY2-14" fmla="*/ 1122198 h 1122198"/>
              <a:gd name="connsiteX3-15" fmla="*/ 0 w 1523036"/>
              <a:gd name="connsiteY3-16" fmla="*/ 1122198 h 1122198"/>
              <a:gd name="connsiteX0-17" fmla="*/ 0 w 1523036"/>
              <a:gd name="connsiteY0-18" fmla="*/ 1678761 h 1678761"/>
              <a:gd name="connsiteX1-19" fmla="*/ 769469 w 1523036"/>
              <a:gd name="connsiteY1-20" fmla="*/ 39 h 1678761"/>
              <a:gd name="connsiteX2-21" fmla="*/ 1523036 w 1523036"/>
              <a:gd name="connsiteY2-22" fmla="*/ 1678761 h 1678761"/>
              <a:gd name="connsiteX3-23" fmla="*/ 0 w 1523036"/>
              <a:gd name="connsiteY3-24" fmla="*/ 1678761 h 1678761"/>
              <a:gd name="connsiteX0-25" fmla="*/ 0 w 1523036"/>
              <a:gd name="connsiteY0-26" fmla="*/ 1678756 h 1678756"/>
              <a:gd name="connsiteX1-27" fmla="*/ 769469 w 1523036"/>
              <a:gd name="connsiteY1-28" fmla="*/ 34 h 1678756"/>
              <a:gd name="connsiteX2-29" fmla="*/ 1523036 w 1523036"/>
              <a:gd name="connsiteY2-30" fmla="*/ 1678756 h 1678756"/>
              <a:gd name="connsiteX3-31" fmla="*/ 0 w 1523036"/>
              <a:gd name="connsiteY3-32" fmla="*/ 1678756 h 1678756"/>
            </a:gdLst>
            <a:ahLst/>
            <a:cxnLst>
              <a:cxn ang="0">
                <a:pos x="connsiteX0-1" y="connsiteY0-2"/>
              </a:cxn>
              <a:cxn ang="0">
                <a:pos x="connsiteX1-3" y="connsiteY1-4"/>
              </a:cxn>
              <a:cxn ang="0">
                <a:pos x="connsiteX2-5" y="connsiteY2-6"/>
              </a:cxn>
              <a:cxn ang="0">
                <a:pos x="connsiteX3-7" y="connsiteY3-8"/>
              </a:cxn>
            </a:cxnLst>
            <a:rect l="l" t="t"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353A43">
              <a:alpha val="64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3" name="Isosceles Triangle 26"/>
          <p:cNvSpPr/>
          <p:nvPr/>
        </p:nvSpPr>
        <p:spPr>
          <a:xfrm>
            <a:off x="2133198" y="5896152"/>
            <a:ext cx="4118301" cy="971104"/>
          </a:xfrm>
          <a:custGeom>
            <a:avLst/>
            <a:gdLst>
              <a:gd name="connsiteX0" fmla="*/ 0 w 1523036"/>
              <a:gd name="connsiteY0" fmla="*/ 1312962 h 1312962"/>
              <a:gd name="connsiteX1" fmla="*/ 761518 w 1523036"/>
              <a:gd name="connsiteY1" fmla="*/ 0 h 1312962"/>
              <a:gd name="connsiteX2" fmla="*/ 1523036 w 1523036"/>
              <a:gd name="connsiteY2" fmla="*/ 1312962 h 1312962"/>
              <a:gd name="connsiteX3" fmla="*/ 0 w 1523036"/>
              <a:gd name="connsiteY3" fmla="*/ 1312962 h 1312962"/>
              <a:gd name="connsiteX0-1" fmla="*/ 0 w 1523036"/>
              <a:gd name="connsiteY0-2" fmla="*/ 1122131 h 1122131"/>
              <a:gd name="connsiteX1-3" fmla="*/ 761518 w 1523036"/>
              <a:gd name="connsiteY1-4" fmla="*/ 0 h 1122131"/>
              <a:gd name="connsiteX2-5" fmla="*/ 1523036 w 1523036"/>
              <a:gd name="connsiteY2-6" fmla="*/ 1122131 h 1122131"/>
              <a:gd name="connsiteX3-7" fmla="*/ 0 w 1523036"/>
              <a:gd name="connsiteY3-8" fmla="*/ 1122131 h 1122131"/>
              <a:gd name="connsiteX0-9" fmla="*/ 0 w 1523036"/>
              <a:gd name="connsiteY0-10" fmla="*/ 1122198 h 1122198"/>
              <a:gd name="connsiteX1-11" fmla="*/ 761518 w 1523036"/>
              <a:gd name="connsiteY1-12" fmla="*/ 67 h 1122198"/>
              <a:gd name="connsiteX2-13" fmla="*/ 1523036 w 1523036"/>
              <a:gd name="connsiteY2-14" fmla="*/ 1122198 h 1122198"/>
              <a:gd name="connsiteX3-15" fmla="*/ 0 w 1523036"/>
              <a:gd name="connsiteY3-16" fmla="*/ 1122198 h 1122198"/>
              <a:gd name="connsiteX0-17" fmla="*/ 0 w 1523036"/>
              <a:gd name="connsiteY0-18" fmla="*/ 1678761 h 1678761"/>
              <a:gd name="connsiteX1-19" fmla="*/ 769469 w 1523036"/>
              <a:gd name="connsiteY1-20" fmla="*/ 39 h 1678761"/>
              <a:gd name="connsiteX2-21" fmla="*/ 1523036 w 1523036"/>
              <a:gd name="connsiteY2-22" fmla="*/ 1678761 h 1678761"/>
              <a:gd name="connsiteX3-23" fmla="*/ 0 w 1523036"/>
              <a:gd name="connsiteY3-24" fmla="*/ 1678761 h 1678761"/>
              <a:gd name="connsiteX0-25" fmla="*/ 0 w 1523036"/>
              <a:gd name="connsiteY0-26" fmla="*/ 1678756 h 1678756"/>
              <a:gd name="connsiteX1-27" fmla="*/ 769469 w 1523036"/>
              <a:gd name="connsiteY1-28" fmla="*/ 34 h 1678756"/>
              <a:gd name="connsiteX2-29" fmla="*/ 1523036 w 1523036"/>
              <a:gd name="connsiteY2-30" fmla="*/ 1678756 h 1678756"/>
              <a:gd name="connsiteX3-31" fmla="*/ 0 w 1523036"/>
              <a:gd name="connsiteY3-32" fmla="*/ 1678756 h 1678756"/>
            </a:gdLst>
            <a:ahLst/>
            <a:cxnLst>
              <a:cxn ang="0">
                <a:pos x="connsiteX0-1" y="connsiteY0-2"/>
              </a:cxn>
              <a:cxn ang="0">
                <a:pos x="connsiteX1-3" y="connsiteY1-4"/>
              </a:cxn>
              <a:cxn ang="0">
                <a:pos x="connsiteX2-5" y="connsiteY2-6"/>
              </a:cxn>
              <a:cxn ang="0">
                <a:pos x="connsiteX3-7" y="connsiteY3-8"/>
              </a:cxn>
            </a:cxnLst>
            <a:rect l="l" t="t"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chemeClr val="accent1">
              <a:alpha val="8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4" name="Isosceles Triangle 26"/>
          <p:cNvSpPr/>
          <p:nvPr/>
        </p:nvSpPr>
        <p:spPr>
          <a:xfrm>
            <a:off x="3273296" y="5621080"/>
            <a:ext cx="4118301" cy="1246177"/>
          </a:xfrm>
          <a:custGeom>
            <a:avLst/>
            <a:gdLst>
              <a:gd name="connsiteX0" fmla="*/ 0 w 1523036"/>
              <a:gd name="connsiteY0" fmla="*/ 1312962 h 1312962"/>
              <a:gd name="connsiteX1" fmla="*/ 761518 w 1523036"/>
              <a:gd name="connsiteY1" fmla="*/ 0 h 1312962"/>
              <a:gd name="connsiteX2" fmla="*/ 1523036 w 1523036"/>
              <a:gd name="connsiteY2" fmla="*/ 1312962 h 1312962"/>
              <a:gd name="connsiteX3" fmla="*/ 0 w 1523036"/>
              <a:gd name="connsiteY3" fmla="*/ 1312962 h 1312962"/>
              <a:gd name="connsiteX0-1" fmla="*/ 0 w 1523036"/>
              <a:gd name="connsiteY0-2" fmla="*/ 1122131 h 1122131"/>
              <a:gd name="connsiteX1-3" fmla="*/ 761518 w 1523036"/>
              <a:gd name="connsiteY1-4" fmla="*/ 0 h 1122131"/>
              <a:gd name="connsiteX2-5" fmla="*/ 1523036 w 1523036"/>
              <a:gd name="connsiteY2-6" fmla="*/ 1122131 h 1122131"/>
              <a:gd name="connsiteX3-7" fmla="*/ 0 w 1523036"/>
              <a:gd name="connsiteY3-8" fmla="*/ 1122131 h 1122131"/>
              <a:gd name="connsiteX0-9" fmla="*/ 0 w 1523036"/>
              <a:gd name="connsiteY0-10" fmla="*/ 1122198 h 1122198"/>
              <a:gd name="connsiteX1-11" fmla="*/ 761518 w 1523036"/>
              <a:gd name="connsiteY1-12" fmla="*/ 67 h 1122198"/>
              <a:gd name="connsiteX2-13" fmla="*/ 1523036 w 1523036"/>
              <a:gd name="connsiteY2-14" fmla="*/ 1122198 h 1122198"/>
              <a:gd name="connsiteX3-15" fmla="*/ 0 w 1523036"/>
              <a:gd name="connsiteY3-16" fmla="*/ 1122198 h 1122198"/>
              <a:gd name="connsiteX0-17" fmla="*/ 0 w 1523036"/>
              <a:gd name="connsiteY0-18" fmla="*/ 1678761 h 1678761"/>
              <a:gd name="connsiteX1-19" fmla="*/ 769469 w 1523036"/>
              <a:gd name="connsiteY1-20" fmla="*/ 39 h 1678761"/>
              <a:gd name="connsiteX2-21" fmla="*/ 1523036 w 1523036"/>
              <a:gd name="connsiteY2-22" fmla="*/ 1678761 h 1678761"/>
              <a:gd name="connsiteX3-23" fmla="*/ 0 w 1523036"/>
              <a:gd name="connsiteY3-24" fmla="*/ 1678761 h 1678761"/>
              <a:gd name="connsiteX0-25" fmla="*/ 0 w 1523036"/>
              <a:gd name="connsiteY0-26" fmla="*/ 1678756 h 1678756"/>
              <a:gd name="connsiteX1-27" fmla="*/ 769469 w 1523036"/>
              <a:gd name="connsiteY1-28" fmla="*/ 34 h 1678756"/>
              <a:gd name="connsiteX2-29" fmla="*/ 1523036 w 1523036"/>
              <a:gd name="connsiteY2-30" fmla="*/ 1678756 h 1678756"/>
              <a:gd name="connsiteX3-31" fmla="*/ 0 w 1523036"/>
              <a:gd name="connsiteY3-32" fmla="*/ 1678756 h 1678756"/>
            </a:gdLst>
            <a:ahLst/>
            <a:cxnLst>
              <a:cxn ang="0">
                <a:pos x="connsiteX0-1" y="connsiteY0-2"/>
              </a:cxn>
              <a:cxn ang="0">
                <a:pos x="connsiteX1-3" y="connsiteY1-4"/>
              </a:cxn>
              <a:cxn ang="0">
                <a:pos x="connsiteX2-5" y="connsiteY2-6"/>
              </a:cxn>
              <a:cxn ang="0">
                <a:pos x="connsiteX3-7" y="connsiteY3-8"/>
              </a:cxn>
            </a:cxnLst>
            <a:rect l="l" t="t"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353A43">
              <a:alpha val="64000"/>
            </a:srgb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5" name="Isosceles Triangle 26"/>
          <p:cNvSpPr/>
          <p:nvPr/>
        </p:nvSpPr>
        <p:spPr>
          <a:xfrm>
            <a:off x="4338483" y="5428637"/>
            <a:ext cx="4118301" cy="1438620"/>
          </a:xfrm>
          <a:custGeom>
            <a:avLst/>
            <a:gdLst>
              <a:gd name="connsiteX0" fmla="*/ 0 w 1523036"/>
              <a:gd name="connsiteY0" fmla="*/ 1312962 h 1312962"/>
              <a:gd name="connsiteX1" fmla="*/ 761518 w 1523036"/>
              <a:gd name="connsiteY1" fmla="*/ 0 h 1312962"/>
              <a:gd name="connsiteX2" fmla="*/ 1523036 w 1523036"/>
              <a:gd name="connsiteY2" fmla="*/ 1312962 h 1312962"/>
              <a:gd name="connsiteX3" fmla="*/ 0 w 1523036"/>
              <a:gd name="connsiteY3" fmla="*/ 1312962 h 1312962"/>
              <a:gd name="connsiteX0-1" fmla="*/ 0 w 1523036"/>
              <a:gd name="connsiteY0-2" fmla="*/ 1122131 h 1122131"/>
              <a:gd name="connsiteX1-3" fmla="*/ 761518 w 1523036"/>
              <a:gd name="connsiteY1-4" fmla="*/ 0 h 1122131"/>
              <a:gd name="connsiteX2-5" fmla="*/ 1523036 w 1523036"/>
              <a:gd name="connsiteY2-6" fmla="*/ 1122131 h 1122131"/>
              <a:gd name="connsiteX3-7" fmla="*/ 0 w 1523036"/>
              <a:gd name="connsiteY3-8" fmla="*/ 1122131 h 1122131"/>
              <a:gd name="connsiteX0-9" fmla="*/ 0 w 1523036"/>
              <a:gd name="connsiteY0-10" fmla="*/ 1122198 h 1122198"/>
              <a:gd name="connsiteX1-11" fmla="*/ 761518 w 1523036"/>
              <a:gd name="connsiteY1-12" fmla="*/ 67 h 1122198"/>
              <a:gd name="connsiteX2-13" fmla="*/ 1523036 w 1523036"/>
              <a:gd name="connsiteY2-14" fmla="*/ 1122198 h 1122198"/>
              <a:gd name="connsiteX3-15" fmla="*/ 0 w 1523036"/>
              <a:gd name="connsiteY3-16" fmla="*/ 1122198 h 1122198"/>
              <a:gd name="connsiteX0-17" fmla="*/ 0 w 1523036"/>
              <a:gd name="connsiteY0-18" fmla="*/ 1678761 h 1678761"/>
              <a:gd name="connsiteX1-19" fmla="*/ 769469 w 1523036"/>
              <a:gd name="connsiteY1-20" fmla="*/ 39 h 1678761"/>
              <a:gd name="connsiteX2-21" fmla="*/ 1523036 w 1523036"/>
              <a:gd name="connsiteY2-22" fmla="*/ 1678761 h 1678761"/>
              <a:gd name="connsiteX3-23" fmla="*/ 0 w 1523036"/>
              <a:gd name="connsiteY3-24" fmla="*/ 1678761 h 1678761"/>
              <a:gd name="connsiteX0-25" fmla="*/ 0 w 1523036"/>
              <a:gd name="connsiteY0-26" fmla="*/ 1678756 h 1678756"/>
              <a:gd name="connsiteX1-27" fmla="*/ 769469 w 1523036"/>
              <a:gd name="connsiteY1-28" fmla="*/ 34 h 1678756"/>
              <a:gd name="connsiteX2-29" fmla="*/ 1523036 w 1523036"/>
              <a:gd name="connsiteY2-30" fmla="*/ 1678756 h 1678756"/>
              <a:gd name="connsiteX3-31" fmla="*/ 0 w 1523036"/>
              <a:gd name="connsiteY3-32" fmla="*/ 1678756 h 1678756"/>
            </a:gdLst>
            <a:ahLst/>
            <a:cxnLst>
              <a:cxn ang="0">
                <a:pos x="connsiteX0-1" y="connsiteY0-2"/>
              </a:cxn>
              <a:cxn ang="0">
                <a:pos x="connsiteX1-3" y="connsiteY1-4"/>
              </a:cxn>
              <a:cxn ang="0">
                <a:pos x="connsiteX2-5" y="connsiteY2-6"/>
              </a:cxn>
              <a:cxn ang="0">
                <a:pos x="connsiteX3-7" y="connsiteY3-8"/>
              </a:cxn>
            </a:cxnLst>
            <a:rect l="l" t="t"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chemeClr val="accent1">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6" name="Freeform 7"/>
          <p:cNvSpPr>
            <a:spLocks noEditPoints="1"/>
          </p:cNvSpPr>
          <p:nvPr/>
        </p:nvSpPr>
        <p:spPr bwMode="auto">
          <a:xfrm>
            <a:off x="1914309" y="3372601"/>
            <a:ext cx="574748" cy="935558"/>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1"/>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7" name="Freeform 7"/>
          <p:cNvSpPr>
            <a:spLocks noEditPoints="1"/>
          </p:cNvSpPr>
          <p:nvPr/>
        </p:nvSpPr>
        <p:spPr bwMode="auto">
          <a:xfrm>
            <a:off x="2867705" y="3958556"/>
            <a:ext cx="574748" cy="935558"/>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2"/>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8" name="Freeform 7"/>
          <p:cNvSpPr>
            <a:spLocks noEditPoints="1"/>
          </p:cNvSpPr>
          <p:nvPr/>
        </p:nvSpPr>
        <p:spPr bwMode="auto">
          <a:xfrm>
            <a:off x="3982929" y="4818346"/>
            <a:ext cx="574748" cy="935558"/>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1"/>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19" name="Freeform 7"/>
          <p:cNvSpPr>
            <a:spLocks noEditPoints="1"/>
          </p:cNvSpPr>
          <p:nvPr/>
        </p:nvSpPr>
        <p:spPr bwMode="auto">
          <a:xfrm>
            <a:off x="5066231" y="4553773"/>
            <a:ext cx="574748" cy="935558"/>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2"/>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29" name="Freeform 7"/>
          <p:cNvSpPr>
            <a:spLocks noEditPoints="1"/>
          </p:cNvSpPr>
          <p:nvPr/>
        </p:nvSpPr>
        <p:spPr bwMode="auto">
          <a:xfrm>
            <a:off x="6115694" y="4351944"/>
            <a:ext cx="574748" cy="935558"/>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1"/>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30" name="Text Box 10"/>
          <p:cNvSpPr txBox="1">
            <a:spLocks noChangeArrowheads="1"/>
          </p:cNvSpPr>
          <p:nvPr/>
        </p:nvSpPr>
        <p:spPr bwMode="auto">
          <a:xfrm>
            <a:off x="1963259" y="3502101"/>
            <a:ext cx="491504" cy="229870"/>
          </a:xfrm>
          <a:prstGeom prst="rect">
            <a:avLst/>
          </a:prstGeom>
          <a:noFill/>
          <a:ln w="9525">
            <a:noFill/>
            <a:miter lim="800000"/>
          </a:ln>
        </p:spPr>
        <p:txBody>
          <a:bodyPr wrap="square" lIns="45720" tIns="22860" rIns="45720" bIns="22860">
            <a:spAutoFit/>
          </a:bodyPr>
          <a:lstStyle/>
          <a:p>
            <a:pPr marL="0" marR="0" lvl="0" indent="0" algn="ctr" defTabSz="1088390" rtl="0" eaLnBrk="1" fontAlgn="auto" latinLnBrk="0" hangingPunct="1">
              <a:lnSpc>
                <a:spcPct val="100000"/>
              </a:lnSpc>
              <a:spcBef>
                <a:spcPts val="0"/>
              </a:spcBef>
              <a:spcAft>
                <a:spcPts val="0"/>
              </a:spcAft>
              <a:buClrTx/>
              <a:buSzTx/>
              <a:buFontTx/>
              <a:buNone/>
              <a:defRPr/>
            </a:pPr>
            <a:r>
              <a:rPr kumimoji="0" lang="id-ID"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8</a:t>
            </a:r>
            <a:r>
              <a:rPr kumimoji="0" lang="en-US"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0%</a:t>
            </a:r>
          </a:p>
        </p:txBody>
      </p:sp>
      <p:sp>
        <p:nvSpPr>
          <p:cNvPr id="31" name="Text Box 10"/>
          <p:cNvSpPr txBox="1">
            <a:spLocks noChangeArrowheads="1"/>
          </p:cNvSpPr>
          <p:nvPr/>
        </p:nvSpPr>
        <p:spPr bwMode="auto">
          <a:xfrm>
            <a:off x="6157316" y="4479495"/>
            <a:ext cx="491504" cy="229870"/>
          </a:xfrm>
          <a:prstGeom prst="rect">
            <a:avLst/>
          </a:prstGeom>
          <a:noFill/>
          <a:ln w="9525">
            <a:noFill/>
            <a:miter lim="800000"/>
          </a:ln>
        </p:spPr>
        <p:txBody>
          <a:bodyPr wrap="square" lIns="45720" tIns="22860" rIns="45720" bIns="22860">
            <a:spAutoFit/>
          </a:bodyPr>
          <a:lstStyle/>
          <a:p>
            <a:pPr marL="0" marR="0" lvl="0" indent="0" algn="ctr" defTabSz="1088390" rtl="0" eaLnBrk="1" fontAlgn="auto" latinLnBrk="0" hangingPunct="1">
              <a:lnSpc>
                <a:spcPct val="100000"/>
              </a:lnSpc>
              <a:spcBef>
                <a:spcPts val="0"/>
              </a:spcBef>
              <a:spcAft>
                <a:spcPts val="0"/>
              </a:spcAft>
              <a:buClrTx/>
              <a:buSzTx/>
              <a:buFontTx/>
              <a:buNone/>
              <a:defRPr/>
            </a:pPr>
            <a:r>
              <a:rPr kumimoji="0" lang="id-ID"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65</a:t>
            </a:r>
            <a:r>
              <a:rPr kumimoji="0" lang="en-US"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a:t>
            </a:r>
          </a:p>
        </p:txBody>
      </p:sp>
      <p:sp>
        <p:nvSpPr>
          <p:cNvPr id="32" name="Text Box 10"/>
          <p:cNvSpPr txBox="1">
            <a:spLocks noChangeArrowheads="1"/>
          </p:cNvSpPr>
          <p:nvPr/>
        </p:nvSpPr>
        <p:spPr bwMode="auto">
          <a:xfrm>
            <a:off x="2918600" y="4078917"/>
            <a:ext cx="491504" cy="229870"/>
          </a:xfrm>
          <a:prstGeom prst="rect">
            <a:avLst/>
          </a:prstGeom>
          <a:noFill/>
          <a:ln w="9525">
            <a:noFill/>
            <a:miter lim="800000"/>
          </a:ln>
        </p:spPr>
        <p:txBody>
          <a:bodyPr wrap="square" lIns="45720" tIns="22860" rIns="45720" bIns="22860">
            <a:spAutoFit/>
          </a:bodyPr>
          <a:lstStyle/>
          <a:p>
            <a:pPr marL="0" marR="0" lvl="0" indent="0" algn="ctr" defTabSz="1088390" rtl="0" eaLnBrk="1" fontAlgn="auto" latinLnBrk="0" hangingPunct="1">
              <a:lnSpc>
                <a:spcPct val="100000"/>
              </a:lnSpc>
              <a:spcBef>
                <a:spcPts val="0"/>
              </a:spcBef>
              <a:spcAft>
                <a:spcPts val="0"/>
              </a:spcAft>
              <a:buClrTx/>
              <a:buSzTx/>
              <a:buFontTx/>
              <a:buNone/>
              <a:defRPr/>
            </a:pPr>
            <a:r>
              <a:rPr kumimoji="0" lang="id-ID"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30</a:t>
            </a:r>
            <a:r>
              <a:rPr kumimoji="0" lang="en-US"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a:t>
            </a:r>
          </a:p>
        </p:txBody>
      </p:sp>
      <p:sp>
        <p:nvSpPr>
          <p:cNvPr id="33" name="Text Box 10"/>
          <p:cNvSpPr txBox="1">
            <a:spLocks noChangeArrowheads="1"/>
          </p:cNvSpPr>
          <p:nvPr/>
        </p:nvSpPr>
        <p:spPr bwMode="auto">
          <a:xfrm>
            <a:off x="4024178" y="4948083"/>
            <a:ext cx="491504" cy="229870"/>
          </a:xfrm>
          <a:prstGeom prst="rect">
            <a:avLst/>
          </a:prstGeom>
          <a:noFill/>
          <a:ln w="9525">
            <a:noFill/>
            <a:miter lim="800000"/>
          </a:ln>
        </p:spPr>
        <p:txBody>
          <a:bodyPr wrap="square" lIns="45720" tIns="22860" rIns="45720" bIns="22860">
            <a:spAutoFit/>
          </a:bodyPr>
          <a:lstStyle/>
          <a:p>
            <a:pPr marL="0" marR="0" lvl="0" indent="0" algn="ctr" defTabSz="1088390" rtl="0" eaLnBrk="1" fontAlgn="auto" latinLnBrk="0" hangingPunct="1">
              <a:lnSpc>
                <a:spcPct val="100000"/>
              </a:lnSpc>
              <a:spcBef>
                <a:spcPts val="0"/>
              </a:spcBef>
              <a:spcAft>
                <a:spcPts val="0"/>
              </a:spcAft>
              <a:buClrTx/>
              <a:buSzTx/>
              <a:buFontTx/>
              <a:buNone/>
              <a:defRPr/>
            </a:pPr>
            <a:r>
              <a:rPr kumimoji="0" lang="id-ID"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50</a:t>
            </a:r>
            <a:r>
              <a:rPr kumimoji="0" lang="en-US"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a:t>
            </a:r>
          </a:p>
        </p:txBody>
      </p:sp>
      <p:sp>
        <p:nvSpPr>
          <p:cNvPr id="34" name="Text Box 10"/>
          <p:cNvSpPr txBox="1">
            <a:spLocks noChangeArrowheads="1"/>
          </p:cNvSpPr>
          <p:nvPr/>
        </p:nvSpPr>
        <p:spPr bwMode="auto">
          <a:xfrm>
            <a:off x="5109674" y="4677960"/>
            <a:ext cx="491504" cy="229870"/>
          </a:xfrm>
          <a:prstGeom prst="rect">
            <a:avLst/>
          </a:prstGeom>
          <a:noFill/>
          <a:ln w="9525">
            <a:noFill/>
            <a:miter lim="800000"/>
          </a:ln>
        </p:spPr>
        <p:txBody>
          <a:bodyPr wrap="square" lIns="45720" tIns="22860" rIns="45720" bIns="22860">
            <a:spAutoFit/>
          </a:bodyPr>
          <a:lstStyle/>
          <a:p>
            <a:pPr marL="0" marR="0" lvl="0" indent="0" algn="ctr" defTabSz="1088390" rtl="0" eaLnBrk="1" fontAlgn="auto" latinLnBrk="0" hangingPunct="1">
              <a:lnSpc>
                <a:spcPct val="100000"/>
              </a:lnSpc>
              <a:spcBef>
                <a:spcPts val="0"/>
              </a:spcBef>
              <a:spcAft>
                <a:spcPts val="0"/>
              </a:spcAft>
              <a:buClrTx/>
              <a:buSzTx/>
              <a:buFontTx/>
              <a:buNone/>
              <a:defRPr/>
            </a:pPr>
            <a:r>
              <a:rPr kumimoji="0" lang="id-ID"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rPr>
              <a:t>35%</a:t>
            </a:r>
            <a:endParaRPr kumimoji="0" lang="en-US" sz="1200" b="1" i="0" u="none" strike="noStrike" kern="1200" cap="none" spc="0" normalizeH="0" baseline="0" noProof="0" dirty="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35" name="Oval 45"/>
          <p:cNvSpPr>
            <a:spLocks noChangeAspect="1"/>
          </p:cNvSpPr>
          <p:nvPr/>
        </p:nvSpPr>
        <p:spPr bwMode="auto">
          <a:xfrm>
            <a:off x="7942076" y="1752655"/>
            <a:ext cx="239649" cy="239649"/>
          </a:xfrm>
          <a:prstGeom prst="ellipse">
            <a:avLst/>
          </a:prstGeom>
          <a:noFill/>
          <a:ln w="25400" cap="flat">
            <a:solidFill>
              <a:schemeClr val="accent1">
                <a:alpha val="80000"/>
              </a:schemeClr>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36" name="文本框 35"/>
          <p:cNvSpPr txBox="1"/>
          <p:nvPr/>
        </p:nvSpPr>
        <p:spPr>
          <a:xfrm>
            <a:off x="8178219" y="1697467"/>
            <a:ext cx="2805256" cy="321945"/>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a:t>
            </a:r>
          </a:p>
        </p:txBody>
      </p:sp>
      <p:sp>
        <p:nvSpPr>
          <p:cNvPr id="37" name="Oval 45"/>
          <p:cNvSpPr>
            <a:spLocks noChangeAspect="1"/>
          </p:cNvSpPr>
          <p:nvPr/>
        </p:nvSpPr>
        <p:spPr bwMode="auto">
          <a:xfrm>
            <a:off x="7942076" y="2272500"/>
            <a:ext cx="239649" cy="239649"/>
          </a:xfrm>
          <a:prstGeom prst="ellipse">
            <a:avLst/>
          </a:prstGeom>
          <a:noFill/>
          <a:ln w="25400" cap="flat">
            <a:solidFill>
              <a:schemeClr val="accent2">
                <a:alpha val="80000"/>
              </a:schemeClr>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38" name="文本框 37"/>
          <p:cNvSpPr txBox="1"/>
          <p:nvPr/>
        </p:nvSpPr>
        <p:spPr>
          <a:xfrm>
            <a:off x="8178219" y="2217312"/>
            <a:ext cx="2805256" cy="321945"/>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a:t>
            </a:r>
          </a:p>
        </p:txBody>
      </p:sp>
      <p:sp>
        <p:nvSpPr>
          <p:cNvPr id="39" name="Oval 45"/>
          <p:cNvSpPr>
            <a:spLocks noChangeAspect="1"/>
          </p:cNvSpPr>
          <p:nvPr/>
        </p:nvSpPr>
        <p:spPr bwMode="auto">
          <a:xfrm>
            <a:off x="7942076" y="2792345"/>
            <a:ext cx="239649" cy="239649"/>
          </a:xfrm>
          <a:prstGeom prst="ellipse">
            <a:avLst/>
          </a:prstGeom>
          <a:noFill/>
          <a:ln w="25400" cap="flat">
            <a:solidFill>
              <a:schemeClr val="accent1">
                <a:alpha val="80000"/>
              </a:schemeClr>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40" name="文本框 39"/>
          <p:cNvSpPr txBox="1"/>
          <p:nvPr/>
        </p:nvSpPr>
        <p:spPr>
          <a:xfrm>
            <a:off x="8178219" y="2737157"/>
            <a:ext cx="2805256" cy="321945"/>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a:t>
            </a:r>
          </a:p>
        </p:txBody>
      </p:sp>
      <p:sp>
        <p:nvSpPr>
          <p:cNvPr id="41" name="Oval 45"/>
          <p:cNvSpPr>
            <a:spLocks noChangeAspect="1"/>
          </p:cNvSpPr>
          <p:nvPr/>
        </p:nvSpPr>
        <p:spPr bwMode="auto">
          <a:xfrm>
            <a:off x="7942076" y="3312190"/>
            <a:ext cx="239649" cy="239649"/>
          </a:xfrm>
          <a:prstGeom prst="ellipse">
            <a:avLst/>
          </a:prstGeom>
          <a:noFill/>
          <a:ln w="25400" cap="flat">
            <a:solidFill>
              <a:schemeClr val="accent2">
                <a:alpha val="80000"/>
              </a:schemeClr>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42" name="文本框 41"/>
          <p:cNvSpPr txBox="1"/>
          <p:nvPr/>
        </p:nvSpPr>
        <p:spPr>
          <a:xfrm>
            <a:off x="8178219" y="3257002"/>
            <a:ext cx="2805256" cy="321945"/>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a:t>
            </a:r>
          </a:p>
        </p:txBody>
      </p:sp>
      <p:sp>
        <p:nvSpPr>
          <p:cNvPr id="43" name="Oval 45"/>
          <p:cNvSpPr>
            <a:spLocks noChangeAspect="1"/>
          </p:cNvSpPr>
          <p:nvPr/>
        </p:nvSpPr>
        <p:spPr bwMode="auto">
          <a:xfrm>
            <a:off x="7942076" y="3832035"/>
            <a:ext cx="239649" cy="239649"/>
          </a:xfrm>
          <a:prstGeom prst="ellipse">
            <a:avLst/>
          </a:prstGeom>
          <a:noFill/>
          <a:ln w="25400" cap="flat">
            <a:solidFill>
              <a:schemeClr val="accent1">
                <a:alpha val="80000"/>
              </a:schemeClr>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FBFBFB">
                  <a:lumMod val="65000"/>
                </a:srgbClr>
              </a:solidFill>
              <a:effectLst/>
              <a:uLnTx/>
              <a:uFillTx/>
              <a:latin typeface="微软雅黑 Light" panose="020B0502040204020203" pitchFamily="34" charset="-122"/>
              <a:ea typeface="微软雅黑 Light" panose="020B0502040204020203" pitchFamily="34" charset="-122"/>
              <a:cs typeface="Lato Bold" panose="020F0502020204030203" pitchFamily="34" charset="0"/>
            </a:endParaRPr>
          </a:p>
        </p:txBody>
      </p:sp>
      <p:sp>
        <p:nvSpPr>
          <p:cNvPr id="44" name="文本框 43"/>
          <p:cNvSpPr txBox="1"/>
          <p:nvPr/>
        </p:nvSpPr>
        <p:spPr>
          <a:xfrm>
            <a:off x="8178219" y="3776847"/>
            <a:ext cx="2805256" cy="321945"/>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a:t>
            </a:r>
          </a:p>
        </p:txBody>
      </p:sp>
      <p:sp>
        <p:nvSpPr>
          <p:cNvPr id="2" name="文本框 1"/>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cxnSp>
        <p:nvCxnSpPr>
          <p:cNvPr id="3" name="直接连接符 2"/>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03</a:t>
            </a:r>
            <a:endParaRPr lang="zh-CN" altLang="en-US" sz="3200" dirty="0">
              <a:solidFill>
                <a:schemeClr val="bg1"/>
              </a:solidFill>
              <a:latin typeface="Impact" panose="020B0806030902050204" pitchFamily="34" charset="0"/>
              <a:ea typeface="华文细黑" panose="02010600040101010101" pitchFamily="2" charset="-122"/>
            </a:endParaRPr>
          </a:p>
        </p:txBody>
      </p:sp>
      <p:grpSp>
        <p:nvGrpSpPr>
          <p:cNvPr id="11" name="组合 10"/>
          <p:cNvGrpSpPr/>
          <p:nvPr/>
        </p:nvGrpSpPr>
        <p:grpSpPr>
          <a:xfrm>
            <a:off x="710010" y="2118035"/>
            <a:ext cx="10771980" cy="3746165"/>
            <a:chOff x="1997638" y="2548600"/>
            <a:chExt cx="8016912" cy="2788038"/>
          </a:xfrm>
        </p:grpSpPr>
        <p:cxnSp>
          <p:nvCxnSpPr>
            <p:cNvPr id="12" name="Straight Connector 24"/>
            <p:cNvCxnSpPr/>
            <p:nvPr/>
          </p:nvCxnSpPr>
          <p:spPr>
            <a:xfrm>
              <a:off x="2196436" y="3898877"/>
              <a:ext cx="720423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32"/>
            <p:cNvCxnSpPr/>
            <p:nvPr/>
          </p:nvCxnSpPr>
          <p:spPr>
            <a:xfrm flipV="1">
              <a:off x="3999111" y="3903964"/>
              <a:ext cx="0" cy="1432674"/>
            </a:xfrm>
            <a:prstGeom prst="line">
              <a:avLst/>
            </a:prstGeom>
            <a:solidFill>
              <a:srgbClr val="088E47"/>
            </a:solidFill>
            <a:ln w="19050">
              <a:solidFill>
                <a:srgbClr val="353A43"/>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14" name="Teardrop 33"/>
            <p:cNvSpPr/>
            <p:nvPr/>
          </p:nvSpPr>
          <p:spPr>
            <a:xfrm rot="18900000">
              <a:off x="3897834" y="5134083"/>
              <a:ext cx="202555" cy="202555"/>
            </a:xfrm>
            <a:prstGeom prst="teardrop">
              <a:avLst>
                <a:gd name="adj" fmla="val 111843"/>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15" name="Rounded Rectangle 24"/>
            <p:cNvSpPr/>
            <p:nvPr/>
          </p:nvSpPr>
          <p:spPr>
            <a:xfrm>
              <a:off x="3361664" y="4656058"/>
              <a:ext cx="1274894" cy="294274"/>
            </a:xfrm>
            <a:prstGeom prst="roundRect">
              <a:avLst>
                <a:gd name="adj" fmla="val 50000"/>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pPr>
              <a:r>
                <a:rPr lang="en-US" altLang="zh-CN" sz="105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cxnSp>
          <p:nvCxnSpPr>
            <p:cNvPr id="16" name="Straight Connector 47"/>
            <p:cNvCxnSpPr/>
            <p:nvPr/>
          </p:nvCxnSpPr>
          <p:spPr>
            <a:xfrm>
              <a:off x="8232544" y="2649877"/>
              <a:ext cx="0" cy="1249000"/>
            </a:xfrm>
            <a:prstGeom prst="line">
              <a:avLst/>
            </a:prstGeom>
            <a:solidFill>
              <a:srgbClr val="088E47"/>
            </a:solidFill>
            <a:ln w="19050">
              <a:solidFill>
                <a:schemeClr val="accent1"/>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17" name="Teardrop 48"/>
            <p:cNvSpPr/>
            <p:nvPr/>
          </p:nvSpPr>
          <p:spPr>
            <a:xfrm rot="2700000" flipV="1">
              <a:off x="8131267" y="2548600"/>
              <a:ext cx="202555" cy="202555"/>
            </a:xfrm>
            <a:prstGeom prst="teardrop">
              <a:avLst>
                <a:gd name="adj" fmla="val 1118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18" name="Pentagon 25"/>
            <p:cNvSpPr/>
            <p:nvPr/>
          </p:nvSpPr>
          <p:spPr>
            <a:xfrm flipH="1">
              <a:off x="7266331" y="2934926"/>
              <a:ext cx="966213" cy="294274"/>
            </a:xfrm>
            <a:prstGeom prst="homePlate">
              <a:avLst>
                <a:gd name="adj" fmla="val 531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105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cxnSp>
          <p:nvCxnSpPr>
            <p:cNvPr id="19" name="Straight Connector 50"/>
            <p:cNvCxnSpPr>
              <a:stCxn id="30" idx="3"/>
            </p:cNvCxnSpPr>
            <p:nvPr/>
          </p:nvCxnSpPr>
          <p:spPr>
            <a:xfrm>
              <a:off x="5407103" y="2555667"/>
              <a:ext cx="3547" cy="1350277"/>
            </a:xfrm>
            <a:prstGeom prst="line">
              <a:avLst/>
            </a:prstGeom>
            <a:ln w="19050">
              <a:solidFill>
                <a:schemeClr val="accent1"/>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29" name="Pentagon 34"/>
            <p:cNvSpPr/>
            <p:nvPr/>
          </p:nvSpPr>
          <p:spPr>
            <a:xfrm flipH="1">
              <a:off x="4332126" y="2933802"/>
              <a:ext cx="1078525" cy="294274"/>
            </a:xfrm>
            <a:prstGeom prst="homePlate">
              <a:avLst>
                <a:gd name="adj" fmla="val 4913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105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rPr>
                <a:t>KEY WORD</a:t>
              </a:r>
            </a:p>
          </p:txBody>
        </p:sp>
        <p:sp>
          <p:nvSpPr>
            <p:cNvPr id="30" name="Teardrop 61"/>
            <p:cNvSpPr/>
            <p:nvPr/>
          </p:nvSpPr>
          <p:spPr>
            <a:xfrm rot="2700000" flipV="1">
              <a:off x="5305825" y="2555667"/>
              <a:ext cx="202555" cy="202555"/>
            </a:xfrm>
            <a:prstGeom prst="teardrop">
              <a:avLst>
                <a:gd name="adj" fmla="val 1118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cxnSp>
          <p:nvCxnSpPr>
            <p:cNvPr id="31" name="Straight Connector 63"/>
            <p:cNvCxnSpPr/>
            <p:nvPr/>
          </p:nvCxnSpPr>
          <p:spPr>
            <a:xfrm>
              <a:off x="2196436" y="3559395"/>
              <a:ext cx="0" cy="344567"/>
            </a:xfrm>
            <a:prstGeom prst="line">
              <a:avLst/>
            </a:prstGeom>
            <a:solidFill>
              <a:schemeClr val="accent1"/>
            </a:solidFill>
            <a:ln w="19050">
              <a:solidFill>
                <a:schemeClr val="accent1"/>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32" name="Teardrop 64"/>
            <p:cNvSpPr/>
            <p:nvPr/>
          </p:nvSpPr>
          <p:spPr>
            <a:xfrm rot="8100000">
              <a:off x="1997638" y="3122117"/>
              <a:ext cx="392897" cy="392895"/>
            </a:xfrm>
            <a:prstGeom prst="teardrop">
              <a:avLst>
                <a:gd name="adj" fmla="val 989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33" name="Oval 65"/>
            <p:cNvSpPr/>
            <p:nvPr/>
          </p:nvSpPr>
          <p:spPr>
            <a:xfrm>
              <a:off x="9372654" y="3572656"/>
              <a:ext cx="641896" cy="6418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en-AU" b="0" i="0" u="none" strike="noStrike" kern="0" cap="none" spc="0" normalizeH="0" baseline="0" noProof="0" dirty="0">
                <a:ln>
                  <a:noFill/>
                </a:ln>
                <a:solidFill>
                  <a:schemeClr val="bg1"/>
                </a:solidFill>
                <a:effectLst/>
                <a:uLnTx/>
                <a:uFillTx/>
                <a:latin typeface="微软雅黑 Light" panose="020B0502040204020203" pitchFamily="34" charset="-122"/>
                <a:ea typeface="微软雅黑 Light" panose="020B0502040204020203" pitchFamily="34" charset="-122"/>
              </a:endParaRPr>
            </a:p>
          </p:txBody>
        </p:sp>
        <p:sp>
          <p:nvSpPr>
            <p:cNvPr id="34" name="Freeform 43"/>
            <p:cNvSpPr>
              <a:spLocks noEditPoints="1"/>
            </p:cNvSpPr>
            <p:nvPr/>
          </p:nvSpPr>
          <p:spPr bwMode="auto">
            <a:xfrm>
              <a:off x="9539960" y="3775234"/>
              <a:ext cx="307284" cy="261419"/>
            </a:xfrm>
            <a:custGeom>
              <a:avLst/>
              <a:gdLst>
                <a:gd name="T0" fmla="*/ 193 w 221"/>
                <a:gd name="T1" fmla="*/ 102 h 187"/>
                <a:gd name="T2" fmla="*/ 221 w 221"/>
                <a:gd name="T3" fmla="*/ 74 h 187"/>
                <a:gd name="T4" fmla="*/ 147 w 221"/>
                <a:gd name="T5" fmla="*/ 0 h 187"/>
                <a:gd name="T6" fmla="*/ 119 w 221"/>
                <a:gd name="T7" fmla="*/ 29 h 187"/>
                <a:gd name="T8" fmla="*/ 125 w 221"/>
                <a:gd name="T9" fmla="*/ 34 h 187"/>
                <a:gd name="T10" fmla="*/ 114 w 221"/>
                <a:gd name="T11" fmla="*/ 46 h 187"/>
                <a:gd name="T12" fmla="*/ 102 w 221"/>
                <a:gd name="T13" fmla="*/ 34 h 187"/>
                <a:gd name="T14" fmla="*/ 108 w 221"/>
                <a:gd name="T15" fmla="*/ 29 h 187"/>
                <a:gd name="T16" fmla="*/ 80 w 221"/>
                <a:gd name="T17" fmla="*/ 0 h 187"/>
                <a:gd name="T18" fmla="*/ 0 w 221"/>
                <a:gd name="T19" fmla="*/ 80 h 187"/>
                <a:gd name="T20" fmla="*/ 29 w 221"/>
                <a:gd name="T21" fmla="*/ 108 h 187"/>
                <a:gd name="T22" fmla="*/ 34 w 221"/>
                <a:gd name="T23" fmla="*/ 102 h 187"/>
                <a:gd name="T24" fmla="*/ 119 w 221"/>
                <a:gd name="T25" fmla="*/ 187 h 187"/>
                <a:gd name="T26" fmla="*/ 187 w 221"/>
                <a:gd name="T27" fmla="*/ 119 h 187"/>
                <a:gd name="T28" fmla="*/ 176 w 221"/>
                <a:gd name="T29" fmla="*/ 108 h 187"/>
                <a:gd name="T30" fmla="*/ 187 w 221"/>
                <a:gd name="T31" fmla="*/ 96 h 187"/>
                <a:gd name="T32" fmla="*/ 193 w 221"/>
                <a:gd name="T33" fmla="*/ 102 h 187"/>
                <a:gd name="T34" fmla="*/ 12 w 221"/>
                <a:gd name="T35" fmla="*/ 80 h 187"/>
                <a:gd name="T36" fmla="*/ 80 w 221"/>
                <a:gd name="T37" fmla="*/ 12 h 187"/>
                <a:gd name="T38" fmla="*/ 97 w 221"/>
                <a:gd name="T39" fmla="*/ 29 h 187"/>
                <a:gd name="T40" fmla="*/ 29 w 221"/>
                <a:gd name="T41" fmla="*/ 96 h 187"/>
                <a:gd name="T42" fmla="*/ 12 w 221"/>
                <a:gd name="T43" fmla="*/ 80 h 187"/>
                <a:gd name="T44" fmla="*/ 167 w 221"/>
                <a:gd name="T45" fmla="*/ 128 h 187"/>
                <a:gd name="T46" fmla="*/ 142 w 221"/>
                <a:gd name="T47" fmla="*/ 102 h 187"/>
                <a:gd name="T48" fmla="*/ 136 w 221"/>
                <a:gd name="T49" fmla="*/ 102 h 187"/>
                <a:gd name="T50" fmla="*/ 136 w 221"/>
                <a:gd name="T51" fmla="*/ 108 h 187"/>
                <a:gd name="T52" fmla="*/ 162 w 221"/>
                <a:gd name="T53" fmla="*/ 133 h 187"/>
                <a:gd name="T54" fmla="*/ 150 w 221"/>
                <a:gd name="T55" fmla="*/ 145 h 187"/>
                <a:gd name="T56" fmla="*/ 125 w 221"/>
                <a:gd name="T57" fmla="*/ 119 h 187"/>
                <a:gd name="T58" fmla="*/ 119 w 221"/>
                <a:gd name="T59" fmla="*/ 119 h 187"/>
                <a:gd name="T60" fmla="*/ 119 w 221"/>
                <a:gd name="T61" fmla="*/ 125 h 187"/>
                <a:gd name="T62" fmla="*/ 145 w 221"/>
                <a:gd name="T63" fmla="*/ 150 h 187"/>
                <a:gd name="T64" fmla="*/ 145 w 221"/>
                <a:gd name="T65" fmla="*/ 150 h 187"/>
                <a:gd name="T66" fmla="*/ 133 w 221"/>
                <a:gd name="T67" fmla="*/ 162 h 187"/>
                <a:gd name="T68" fmla="*/ 108 w 221"/>
                <a:gd name="T69" fmla="*/ 136 h 187"/>
                <a:gd name="T70" fmla="*/ 102 w 221"/>
                <a:gd name="T71" fmla="*/ 136 h 187"/>
                <a:gd name="T72" fmla="*/ 102 w 221"/>
                <a:gd name="T73" fmla="*/ 142 h 187"/>
                <a:gd name="T74" fmla="*/ 128 w 221"/>
                <a:gd name="T75" fmla="*/ 167 h 187"/>
                <a:gd name="T76" fmla="*/ 128 w 221"/>
                <a:gd name="T77" fmla="*/ 167 h 187"/>
                <a:gd name="T78" fmla="*/ 119 w 221"/>
                <a:gd name="T79" fmla="*/ 176 h 187"/>
                <a:gd name="T80" fmla="*/ 40 w 221"/>
                <a:gd name="T81" fmla="*/ 96 h 187"/>
                <a:gd name="T82" fmla="*/ 97 w 221"/>
                <a:gd name="T83" fmla="*/ 40 h 187"/>
                <a:gd name="T84" fmla="*/ 108 w 221"/>
                <a:gd name="T85" fmla="*/ 51 h 187"/>
                <a:gd name="T86" fmla="*/ 77 w 221"/>
                <a:gd name="T87" fmla="*/ 82 h 187"/>
                <a:gd name="T88" fmla="*/ 99 w 221"/>
                <a:gd name="T89" fmla="*/ 105 h 187"/>
                <a:gd name="T90" fmla="*/ 130 w 221"/>
                <a:gd name="T91" fmla="*/ 74 h 187"/>
                <a:gd name="T92" fmla="*/ 176 w 221"/>
                <a:gd name="T93" fmla="*/ 119 h 187"/>
                <a:gd name="T94" fmla="*/ 167 w 221"/>
                <a:gd name="T95" fmla="*/ 128 h 187"/>
                <a:gd name="T96" fmla="*/ 170 w 221"/>
                <a:gd name="T97" fmla="*/ 102 h 187"/>
                <a:gd name="T98" fmla="*/ 133 w 221"/>
                <a:gd name="T99" fmla="*/ 65 h 187"/>
                <a:gd name="T100" fmla="*/ 128 w 221"/>
                <a:gd name="T101" fmla="*/ 65 h 187"/>
                <a:gd name="T102" fmla="*/ 99 w 221"/>
                <a:gd name="T103" fmla="*/ 94 h 187"/>
                <a:gd name="T104" fmla="*/ 88 w 221"/>
                <a:gd name="T105" fmla="*/ 82 h 187"/>
                <a:gd name="T106" fmla="*/ 116 w 221"/>
                <a:gd name="T107" fmla="*/ 54 h 187"/>
                <a:gd name="T108" fmla="*/ 130 w 221"/>
                <a:gd name="T109" fmla="*/ 40 h 187"/>
                <a:gd name="T110" fmla="*/ 181 w 221"/>
                <a:gd name="T111" fmla="*/ 91 h 187"/>
                <a:gd name="T112" fmla="*/ 170 w 221"/>
                <a:gd name="T113" fmla="*/ 102 h 187"/>
                <a:gd name="T114" fmla="*/ 147 w 221"/>
                <a:gd name="T115" fmla="*/ 12 h 187"/>
                <a:gd name="T116" fmla="*/ 210 w 221"/>
                <a:gd name="T117" fmla="*/ 74 h 187"/>
                <a:gd name="T118" fmla="*/ 193 w 221"/>
                <a:gd name="T119" fmla="*/ 91 h 187"/>
                <a:gd name="T120" fmla="*/ 130 w 221"/>
                <a:gd name="T121" fmla="*/ 29 h 187"/>
                <a:gd name="T122" fmla="*/ 147 w 221"/>
                <a:gd name="T123" fmla="*/ 1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1" h="187">
                  <a:moveTo>
                    <a:pt x="193" y="102"/>
                  </a:moveTo>
                  <a:cubicBezTo>
                    <a:pt x="221" y="74"/>
                    <a:pt x="221" y="74"/>
                    <a:pt x="221" y="74"/>
                  </a:cubicBezTo>
                  <a:cubicBezTo>
                    <a:pt x="147" y="0"/>
                    <a:pt x="147" y="0"/>
                    <a:pt x="147" y="0"/>
                  </a:cubicBezTo>
                  <a:cubicBezTo>
                    <a:pt x="119" y="29"/>
                    <a:pt x="119" y="29"/>
                    <a:pt x="119" y="29"/>
                  </a:cubicBezTo>
                  <a:cubicBezTo>
                    <a:pt x="125" y="34"/>
                    <a:pt x="125" y="34"/>
                    <a:pt x="125" y="34"/>
                  </a:cubicBezTo>
                  <a:cubicBezTo>
                    <a:pt x="114" y="46"/>
                    <a:pt x="114" y="46"/>
                    <a:pt x="114" y="46"/>
                  </a:cubicBezTo>
                  <a:cubicBezTo>
                    <a:pt x="102" y="34"/>
                    <a:pt x="102" y="34"/>
                    <a:pt x="102" y="34"/>
                  </a:cubicBezTo>
                  <a:cubicBezTo>
                    <a:pt x="108" y="29"/>
                    <a:pt x="108" y="29"/>
                    <a:pt x="108" y="29"/>
                  </a:cubicBezTo>
                  <a:cubicBezTo>
                    <a:pt x="80" y="0"/>
                    <a:pt x="80" y="0"/>
                    <a:pt x="80" y="0"/>
                  </a:cubicBezTo>
                  <a:cubicBezTo>
                    <a:pt x="0" y="80"/>
                    <a:pt x="0" y="80"/>
                    <a:pt x="0" y="80"/>
                  </a:cubicBezTo>
                  <a:cubicBezTo>
                    <a:pt x="29" y="108"/>
                    <a:pt x="29" y="108"/>
                    <a:pt x="29" y="108"/>
                  </a:cubicBezTo>
                  <a:cubicBezTo>
                    <a:pt x="34" y="102"/>
                    <a:pt x="34" y="102"/>
                    <a:pt x="34" y="102"/>
                  </a:cubicBezTo>
                  <a:cubicBezTo>
                    <a:pt x="119" y="187"/>
                    <a:pt x="119" y="187"/>
                    <a:pt x="119" y="187"/>
                  </a:cubicBezTo>
                  <a:cubicBezTo>
                    <a:pt x="187" y="119"/>
                    <a:pt x="187" y="119"/>
                    <a:pt x="187" y="119"/>
                  </a:cubicBezTo>
                  <a:cubicBezTo>
                    <a:pt x="176" y="108"/>
                    <a:pt x="176" y="108"/>
                    <a:pt x="176" y="108"/>
                  </a:cubicBezTo>
                  <a:cubicBezTo>
                    <a:pt x="187" y="96"/>
                    <a:pt x="187" y="96"/>
                    <a:pt x="187" y="96"/>
                  </a:cubicBezTo>
                  <a:lnTo>
                    <a:pt x="193" y="102"/>
                  </a:lnTo>
                  <a:close/>
                  <a:moveTo>
                    <a:pt x="12" y="80"/>
                  </a:moveTo>
                  <a:cubicBezTo>
                    <a:pt x="80" y="12"/>
                    <a:pt x="80" y="12"/>
                    <a:pt x="80" y="12"/>
                  </a:cubicBezTo>
                  <a:cubicBezTo>
                    <a:pt x="97" y="29"/>
                    <a:pt x="97" y="29"/>
                    <a:pt x="97" y="29"/>
                  </a:cubicBezTo>
                  <a:cubicBezTo>
                    <a:pt x="29" y="96"/>
                    <a:pt x="29" y="96"/>
                    <a:pt x="29" y="96"/>
                  </a:cubicBezTo>
                  <a:lnTo>
                    <a:pt x="12" y="80"/>
                  </a:lnTo>
                  <a:close/>
                  <a:moveTo>
                    <a:pt x="167" y="128"/>
                  </a:moveTo>
                  <a:cubicBezTo>
                    <a:pt x="142" y="102"/>
                    <a:pt x="142" y="102"/>
                    <a:pt x="142" y="102"/>
                  </a:cubicBezTo>
                  <a:cubicBezTo>
                    <a:pt x="140" y="101"/>
                    <a:pt x="138" y="101"/>
                    <a:pt x="136" y="102"/>
                  </a:cubicBezTo>
                  <a:cubicBezTo>
                    <a:pt x="135" y="104"/>
                    <a:pt x="135" y="106"/>
                    <a:pt x="136" y="108"/>
                  </a:cubicBezTo>
                  <a:cubicBezTo>
                    <a:pt x="162" y="133"/>
                    <a:pt x="162" y="133"/>
                    <a:pt x="162" y="133"/>
                  </a:cubicBezTo>
                  <a:cubicBezTo>
                    <a:pt x="150" y="145"/>
                    <a:pt x="150" y="145"/>
                    <a:pt x="150" y="145"/>
                  </a:cubicBezTo>
                  <a:cubicBezTo>
                    <a:pt x="125" y="119"/>
                    <a:pt x="125" y="119"/>
                    <a:pt x="125" y="119"/>
                  </a:cubicBezTo>
                  <a:cubicBezTo>
                    <a:pt x="123" y="118"/>
                    <a:pt x="121" y="118"/>
                    <a:pt x="119" y="119"/>
                  </a:cubicBezTo>
                  <a:cubicBezTo>
                    <a:pt x="118" y="121"/>
                    <a:pt x="118" y="123"/>
                    <a:pt x="119" y="125"/>
                  </a:cubicBezTo>
                  <a:cubicBezTo>
                    <a:pt x="145" y="150"/>
                    <a:pt x="145" y="150"/>
                    <a:pt x="145" y="150"/>
                  </a:cubicBezTo>
                  <a:cubicBezTo>
                    <a:pt x="145" y="150"/>
                    <a:pt x="145" y="150"/>
                    <a:pt x="145" y="150"/>
                  </a:cubicBezTo>
                  <a:cubicBezTo>
                    <a:pt x="133" y="162"/>
                    <a:pt x="133" y="162"/>
                    <a:pt x="133" y="162"/>
                  </a:cubicBezTo>
                  <a:cubicBezTo>
                    <a:pt x="108" y="136"/>
                    <a:pt x="108" y="136"/>
                    <a:pt x="108" y="136"/>
                  </a:cubicBezTo>
                  <a:cubicBezTo>
                    <a:pt x="106" y="135"/>
                    <a:pt x="104" y="135"/>
                    <a:pt x="102" y="136"/>
                  </a:cubicBezTo>
                  <a:cubicBezTo>
                    <a:pt x="101" y="138"/>
                    <a:pt x="101" y="140"/>
                    <a:pt x="102" y="142"/>
                  </a:cubicBezTo>
                  <a:cubicBezTo>
                    <a:pt x="128" y="167"/>
                    <a:pt x="128" y="167"/>
                    <a:pt x="128" y="167"/>
                  </a:cubicBezTo>
                  <a:cubicBezTo>
                    <a:pt x="128" y="167"/>
                    <a:pt x="128" y="167"/>
                    <a:pt x="128" y="167"/>
                  </a:cubicBezTo>
                  <a:cubicBezTo>
                    <a:pt x="119" y="176"/>
                    <a:pt x="119" y="176"/>
                    <a:pt x="119" y="176"/>
                  </a:cubicBezTo>
                  <a:cubicBezTo>
                    <a:pt x="40" y="96"/>
                    <a:pt x="40" y="96"/>
                    <a:pt x="40" y="96"/>
                  </a:cubicBezTo>
                  <a:cubicBezTo>
                    <a:pt x="97" y="40"/>
                    <a:pt x="97" y="40"/>
                    <a:pt x="97" y="40"/>
                  </a:cubicBezTo>
                  <a:cubicBezTo>
                    <a:pt x="108" y="51"/>
                    <a:pt x="108" y="51"/>
                    <a:pt x="108" y="51"/>
                  </a:cubicBezTo>
                  <a:cubicBezTo>
                    <a:pt x="77" y="82"/>
                    <a:pt x="77" y="82"/>
                    <a:pt x="77" y="82"/>
                  </a:cubicBezTo>
                  <a:cubicBezTo>
                    <a:pt x="99" y="105"/>
                    <a:pt x="99" y="105"/>
                    <a:pt x="99" y="105"/>
                  </a:cubicBezTo>
                  <a:cubicBezTo>
                    <a:pt x="130" y="74"/>
                    <a:pt x="130" y="74"/>
                    <a:pt x="130" y="74"/>
                  </a:cubicBezTo>
                  <a:cubicBezTo>
                    <a:pt x="176" y="119"/>
                    <a:pt x="176" y="119"/>
                    <a:pt x="176" y="119"/>
                  </a:cubicBezTo>
                  <a:lnTo>
                    <a:pt x="167" y="128"/>
                  </a:lnTo>
                  <a:close/>
                  <a:moveTo>
                    <a:pt x="170" y="102"/>
                  </a:moveTo>
                  <a:cubicBezTo>
                    <a:pt x="133" y="65"/>
                    <a:pt x="133" y="65"/>
                    <a:pt x="133" y="65"/>
                  </a:cubicBezTo>
                  <a:cubicBezTo>
                    <a:pt x="132" y="64"/>
                    <a:pt x="129" y="64"/>
                    <a:pt x="128" y="65"/>
                  </a:cubicBezTo>
                  <a:cubicBezTo>
                    <a:pt x="99" y="94"/>
                    <a:pt x="99" y="94"/>
                    <a:pt x="99" y="94"/>
                  </a:cubicBezTo>
                  <a:cubicBezTo>
                    <a:pt x="88" y="82"/>
                    <a:pt x="88" y="82"/>
                    <a:pt x="88" y="82"/>
                  </a:cubicBezTo>
                  <a:cubicBezTo>
                    <a:pt x="116" y="54"/>
                    <a:pt x="116" y="54"/>
                    <a:pt x="116" y="54"/>
                  </a:cubicBezTo>
                  <a:cubicBezTo>
                    <a:pt x="130" y="40"/>
                    <a:pt x="130" y="40"/>
                    <a:pt x="130" y="40"/>
                  </a:cubicBezTo>
                  <a:cubicBezTo>
                    <a:pt x="181" y="91"/>
                    <a:pt x="181" y="91"/>
                    <a:pt x="181" y="91"/>
                  </a:cubicBezTo>
                  <a:lnTo>
                    <a:pt x="170" y="102"/>
                  </a:lnTo>
                  <a:close/>
                  <a:moveTo>
                    <a:pt x="147" y="12"/>
                  </a:moveTo>
                  <a:cubicBezTo>
                    <a:pt x="210" y="74"/>
                    <a:pt x="210" y="74"/>
                    <a:pt x="210" y="74"/>
                  </a:cubicBezTo>
                  <a:cubicBezTo>
                    <a:pt x="193" y="91"/>
                    <a:pt x="193" y="91"/>
                    <a:pt x="193" y="91"/>
                  </a:cubicBezTo>
                  <a:cubicBezTo>
                    <a:pt x="130" y="29"/>
                    <a:pt x="130" y="29"/>
                    <a:pt x="130" y="29"/>
                  </a:cubicBezTo>
                  <a:lnTo>
                    <a:pt x="147" y="12"/>
                  </a:lnTo>
                  <a:close/>
                </a:path>
              </a:pathLst>
            </a:custGeom>
            <a:solidFill>
              <a:schemeClr val="bg1"/>
            </a:solidFill>
            <a:ln>
              <a:noFill/>
            </a:ln>
          </p:spPr>
          <p:txBody>
            <a:bodyPr vert="horz" wrap="square" lIns="91440" tIns="45720" rIns="91440" bIns="45720" numCol="1" anchor="t" anchorCtr="0" compatLnSpc="1"/>
            <a:lstStyle/>
            <a:p>
              <a:pPr marL="0" marR="0" lvl="0" indent="0" defTabSz="914400" eaLnBrk="1" fontAlgn="auto" latinLnBrk="0" hangingPunct="1">
                <a:lnSpc>
                  <a:spcPct val="150000"/>
                </a:lnSpc>
                <a:spcBef>
                  <a:spcPts val="0"/>
                </a:spcBef>
                <a:spcAft>
                  <a:spcPts val="0"/>
                </a:spcAft>
                <a:buClrTx/>
                <a:buSzTx/>
                <a:buFontTx/>
                <a:buNone/>
                <a:defRPr/>
              </a:pPr>
              <a:endParaRPr kumimoji="0" lang="en-US"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cxnSp>
          <p:nvCxnSpPr>
            <p:cNvPr id="35" name="Straight Connector 26"/>
            <p:cNvCxnSpPr/>
            <p:nvPr/>
          </p:nvCxnSpPr>
          <p:spPr>
            <a:xfrm flipV="1">
              <a:off x="6778811" y="3903965"/>
              <a:ext cx="0" cy="498124"/>
            </a:xfrm>
            <a:prstGeom prst="line">
              <a:avLst/>
            </a:prstGeom>
            <a:solidFill>
              <a:srgbClr val="088E47"/>
            </a:solidFill>
            <a:ln w="19050">
              <a:solidFill>
                <a:srgbClr val="353A43"/>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36" name="Teardrop 27"/>
            <p:cNvSpPr/>
            <p:nvPr/>
          </p:nvSpPr>
          <p:spPr>
            <a:xfrm rot="18900000">
              <a:off x="6696664" y="4370160"/>
              <a:ext cx="164299" cy="164299"/>
            </a:xfrm>
            <a:prstGeom prst="teardrop">
              <a:avLst>
                <a:gd name="adj" fmla="val 111843"/>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37" name="Teardrop 78"/>
            <p:cNvSpPr/>
            <p:nvPr/>
          </p:nvSpPr>
          <p:spPr>
            <a:xfrm rot="18900000">
              <a:off x="6582933" y="4611086"/>
              <a:ext cx="392897" cy="392895"/>
            </a:xfrm>
            <a:prstGeom prst="teardrop">
              <a:avLst>
                <a:gd name="adj" fmla="val 98912"/>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id-ID"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38" name="Freeform 18"/>
            <p:cNvSpPr>
              <a:spLocks noEditPoints="1"/>
            </p:cNvSpPr>
            <p:nvPr/>
          </p:nvSpPr>
          <p:spPr bwMode="auto">
            <a:xfrm>
              <a:off x="6680319" y="4728301"/>
              <a:ext cx="196983" cy="148138"/>
            </a:xfrm>
            <a:custGeom>
              <a:avLst/>
              <a:gdLst>
                <a:gd name="T0" fmla="*/ 192 w 208"/>
                <a:gd name="T1" fmla="*/ 24 h 156"/>
                <a:gd name="T2" fmla="*/ 138 w 208"/>
                <a:gd name="T3" fmla="*/ 24 h 156"/>
                <a:gd name="T4" fmla="*/ 124 w 208"/>
                <a:gd name="T5" fmla="*/ 0 h 156"/>
                <a:gd name="T6" fmla="*/ 80 w 208"/>
                <a:gd name="T7" fmla="*/ 0 h 156"/>
                <a:gd name="T8" fmla="*/ 66 w 208"/>
                <a:gd name="T9" fmla="*/ 24 h 156"/>
                <a:gd name="T10" fmla="*/ 16 w 208"/>
                <a:gd name="T11" fmla="*/ 24 h 156"/>
                <a:gd name="T12" fmla="*/ 0 w 208"/>
                <a:gd name="T13" fmla="*/ 40 h 156"/>
                <a:gd name="T14" fmla="*/ 0 w 208"/>
                <a:gd name="T15" fmla="*/ 140 h 156"/>
                <a:gd name="T16" fmla="*/ 16 w 208"/>
                <a:gd name="T17" fmla="*/ 156 h 156"/>
                <a:gd name="T18" fmla="*/ 192 w 208"/>
                <a:gd name="T19" fmla="*/ 156 h 156"/>
                <a:gd name="T20" fmla="*/ 208 w 208"/>
                <a:gd name="T21" fmla="*/ 140 h 156"/>
                <a:gd name="T22" fmla="*/ 208 w 208"/>
                <a:gd name="T23" fmla="*/ 40 h 156"/>
                <a:gd name="T24" fmla="*/ 192 w 208"/>
                <a:gd name="T25" fmla="*/ 24 h 156"/>
                <a:gd name="T26" fmla="*/ 200 w 208"/>
                <a:gd name="T27" fmla="*/ 140 h 156"/>
                <a:gd name="T28" fmla="*/ 192 w 208"/>
                <a:gd name="T29" fmla="*/ 148 h 156"/>
                <a:gd name="T30" fmla="*/ 16 w 208"/>
                <a:gd name="T31" fmla="*/ 148 h 156"/>
                <a:gd name="T32" fmla="*/ 8 w 208"/>
                <a:gd name="T33" fmla="*/ 140 h 156"/>
                <a:gd name="T34" fmla="*/ 8 w 208"/>
                <a:gd name="T35" fmla="*/ 40 h 156"/>
                <a:gd name="T36" fmla="*/ 16 w 208"/>
                <a:gd name="T37" fmla="*/ 32 h 156"/>
                <a:gd name="T38" fmla="*/ 71 w 208"/>
                <a:gd name="T39" fmla="*/ 32 h 156"/>
                <a:gd name="T40" fmla="*/ 73 w 208"/>
                <a:gd name="T41" fmla="*/ 28 h 156"/>
                <a:gd name="T42" fmla="*/ 85 w 208"/>
                <a:gd name="T43" fmla="*/ 8 h 156"/>
                <a:gd name="T44" fmla="*/ 120 w 208"/>
                <a:gd name="T45" fmla="*/ 8 h 156"/>
                <a:gd name="T46" fmla="*/ 131 w 208"/>
                <a:gd name="T47" fmla="*/ 28 h 156"/>
                <a:gd name="T48" fmla="*/ 133 w 208"/>
                <a:gd name="T49" fmla="*/ 32 h 156"/>
                <a:gd name="T50" fmla="*/ 192 w 208"/>
                <a:gd name="T51" fmla="*/ 32 h 156"/>
                <a:gd name="T52" fmla="*/ 200 w 208"/>
                <a:gd name="T53" fmla="*/ 40 h 156"/>
                <a:gd name="T54" fmla="*/ 200 w 208"/>
                <a:gd name="T55" fmla="*/ 140 h 156"/>
                <a:gd name="T56" fmla="*/ 20 w 208"/>
                <a:gd name="T57" fmla="*/ 20 h 156"/>
                <a:gd name="T58" fmla="*/ 52 w 208"/>
                <a:gd name="T59" fmla="*/ 20 h 156"/>
                <a:gd name="T60" fmla="*/ 56 w 208"/>
                <a:gd name="T61" fmla="*/ 16 h 156"/>
                <a:gd name="T62" fmla="*/ 52 w 208"/>
                <a:gd name="T63" fmla="*/ 12 h 156"/>
                <a:gd name="T64" fmla="*/ 20 w 208"/>
                <a:gd name="T65" fmla="*/ 12 h 156"/>
                <a:gd name="T66" fmla="*/ 16 w 208"/>
                <a:gd name="T67" fmla="*/ 16 h 156"/>
                <a:gd name="T68" fmla="*/ 20 w 208"/>
                <a:gd name="T69" fmla="*/ 20 h 156"/>
                <a:gd name="T70" fmla="*/ 172 w 208"/>
                <a:gd name="T71" fmla="*/ 47 h 156"/>
                <a:gd name="T72" fmla="*/ 161 w 208"/>
                <a:gd name="T73" fmla="*/ 59 h 156"/>
                <a:gd name="T74" fmla="*/ 172 w 208"/>
                <a:gd name="T75" fmla="*/ 71 h 156"/>
                <a:gd name="T76" fmla="*/ 184 w 208"/>
                <a:gd name="T77" fmla="*/ 59 h 156"/>
                <a:gd name="T78" fmla="*/ 172 w 208"/>
                <a:gd name="T79" fmla="*/ 47 h 156"/>
                <a:gd name="T80" fmla="*/ 172 w 208"/>
                <a:gd name="T81" fmla="*/ 63 h 156"/>
                <a:gd name="T82" fmla="*/ 169 w 208"/>
                <a:gd name="T83" fmla="*/ 59 h 156"/>
                <a:gd name="T84" fmla="*/ 172 w 208"/>
                <a:gd name="T85" fmla="*/ 55 h 156"/>
                <a:gd name="T86" fmla="*/ 176 w 208"/>
                <a:gd name="T87" fmla="*/ 59 h 156"/>
                <a:gd name="T88" fmla="*/ 172 w 208"/>
                <a:gd name="T89" fmla="*/ 63 h 156"/>
                <a:gd name="T90" fmla="*/ 99 w 208"/>
                <a:gd name="T91" fmla="*/ 39 h 156"/>
                <a:gd name="T92" fmla="*/ 48 w 208"/>
                <a:gd name="T93" fmla="*/ 89 h 156"/>
                <a:gd name="T94" fmla="*/ 99 w 208"/>
                <a:gd name="T95" fmla="*/ 140 h 156"/>
                <a:gd name="T96" fmla="*/ 150 w 208"/>
                <a:gd name="T97" fmla="*/ 89 h 156"/>
                <a:gd name="T98" fmla="*/ 99 w 208"/>
                <a:gd name="T99" fmla="*/ 39 h 156"/>
                <a:gd name="T100" fmla="*/ 99 w 208"/>
                <a:gd name="T101" fmla="*/ 132 h 156"/>
                <a:gd name="T102" fmla="*/ 56 w 208"/>
                <a:gd name="T103" fmla="*/ 89 h 156"/>
                <a:gd name="T104" fmla="*/ 99 w 208"/>
                <a:gd name="T105" fmla="*/ 47 h 156"/>
                <a:gd name="T106" fmla="*/ 142 w 208"/>
                <a:gd name="T107" fmla="*/ 89 h 156"/>
                <a:gd name="T108" fmla="*/ 99 w 208"/>
                <a:gd name="T109" fmla="*/ 13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156">
                  <a:moveTo>
                    <a:pt x="192" y="24"/>
                  </a:moveTo>
                  <a:cubicBezTo>
                    <a:pt x="138" y="24"/>
                    <a:pt x="138" y="24"/>
                    <a:pt x="138" y="24"/>
                  </a:cubicBezTo>
                  <a:cubicBezTo>
                    <a:pt x="124" y="0"/>
                    <a:pt x="124" y="0"/>
                    <a:pt x="124" y="0"/>
                  </a:cubicBezTo>
                  <a:cubicBezTo>
                    <a:pt x="80" y="0"/>
                    <a:pt x="80" y="0"/>
                    <a:pt x="80" y="0"/>
                  </a:cubicBezTo>
                  <a:cubicBezTo>
                    <a:pt x="66" y="24"/>
                    <a:pt x="66" y="24"/>
                    <a:pt x="66" y="24"/>
                  </a:cubicBezTo>
                  <a:cubicBezTo>
                    <a:pt x="16" y="24"/>
                    <a:pt x="16" y="24"/>
                    <a:pt x="16" y="24"/>
                  </a:cubicBezTo>
                  <a:cubicBezTo>
                    <a:pt x="7" y="24"/>
                    <a:pt x="0" y="31"/>
                    <a:pt x="0" y="40"/>
                  </a:cubicBezTo>
                  <a:cubicBezTo>
                    <a:pt x="0" y="140"/>
                    <a:pt x="0" y="140"/>
                    <a:pt x="0" y="140"/>
                  </a:cubicBezTo>
                  <a:cubicBezTo>
                    <a:pt x="0" y="149"/>
                    <a:pt x="7" y="156"/>
                    <a:pt x="16" y="156"/>
                  </a:cubicBezTo>
                  <a:cubicBezTo>
                    <a:pt x="192" y="156"/>
                    <a:pt x="192" y="156"/>
                    <a:pt x="192" y="156"/>
                  </a:cubicBezTo>
                  <a:cubicBezTo>
                    <a:pt x="201" y="156"/>
                    <a:pt x="208" y="149"/>
                    <a:pt x="208" y="140"/>
                  </a:cubicBezTo>
                  <a:cubicBezTo>
                    <a:pt x="208" y="40"/>
                    <a:pt x="208" y="40"/>
                    <a:pt x="208" y="40"/>
                  </a:cubicBezTo>
                  <a:cubicBezTo>
                    <a:pt x="208" y="31"/>
                    <a:pt x="201" y="24"/>
                    <a:pt x="192" y="24"/>
                  </a:cubicBezTo>
                  <a:close/>
                  <a:moveTo>
                    <a:pt x="200" y="140"/>
                  </a:moveTo>
                  <a:cubicBezTo>
                    <a:pt x="200" y="144"/>
                    <a:pt x="196" y="148"/>
                    <a:pt x="192" y="148"/>
                  </a:cubicBezTo>
                  <a:cubicBezTo>
                    <a:pt x="16" y="148"/>
                    <a:pt x="16" y="148"/>
                    <a:pt x="16" y="148"/>
                  </a:cubicBezTo>
                  <a:cubicBezTo>
                    <a:pt x="12" y="148"/>
                    <a:pt x="8" y="144"/>
                    <a:pt x="8" y="140"/>
                  </a:cubicBezTo>
                  <a:cubicBezTo>
                    <a:pt x="8" y="40"/>
                    <a:pt x="8" y="40"/>
                    <a:pt x="8" y="40"/>
                  </a:cubicBezTo>
                  <a:cubicBezTo>
                    <a:pt x="8" y="36"/>
                    <a:pt x="12" y="32"/>
                    <a:pt x="16" y="32"/>
                  </a:cubicBezTo>
                  <a:cubicBezTo>
                    <a:pt x="71" y="32"/>
                    <a:pt x="71" y="32"/>
                    <a:pt x="71" y="32"/>
                  </a:cubicBezTo>
                  <a:cubicBezTo>
                    <a:pt x="73" y="28"/>
                    <a:pt x="73" y="28"/>
                    <a:pt x="73" y="28"/>
                  </a:cubicBezTo>
                  <a:cubicBezTo>
                    <a:pt x="85" y="8"/>
                    <a:pt x="85" y="8"/>
                    <a:pt x="85" y="8"/>
                  </a:cubicBezTo>
                  <a:cubicBezTo>
                    <a:pt x="120" y="8"/>
                    <a:pt x="120" y="8"/>
                    <a:pt x="120" y="8"/>
                  </a:cubicBezTo>
                  <a:cubicBezTo>
                    <a:pt x="131" y="28"/>
                    <a:pt x="131" y="28"/>
                    <a:pt x="131" y="28"/>
                  </a:cubicBezTo>
                  <a:cubicBezTo>
                    <a:pt x="133" y="32"/>
                    <a:pt x="133" y="32"/>
                    <a:pt x="133" y="32"/>
                  </a:cubicBezTo>
                  <a:cubicBezTo>
                    <a:pt x="192" y="32"/>
                    <a:pt x="192" y="32"/>
                    <a:pt x="192" y="32"/>
                  </a:cubicBezTo>
                  <a:cubicBezTo>
                    <a:pt x="196" y="32"/>
                    <a:pt x="200" y="36"/>
                    <a:pt x="200" y="40"/>
                  </a:cubicBezTo>
                  <a:lnTo>
                    <a:pt x="200" y="140"/>
                  </a:lnTo>
                  <a:close/>
                  <a:moveTo>
                    <a:pt x="20" y="20"/>
                  </a:moveTo>
                  <a:cubicBezTo>
                    <a:pt x="52" y="20"/>
                    <a:pt x="52" y="20"/>
                    <a:pt x="52" y="20"/>
                  </a:cubicBezTo>
                  <a:cubicBezTo>
                    <a:pt x="54" y="20"/>
                    <a:pt x="56" y="18"/>
                    <a:pt x="56" y="16"/>
                  </a:cubicBezTo>
                  <a:cubicBezTo>
                    <a:pt x="56" y="14"/>
                    <a:pt x="54" y="12"/>
                    <a:pt x="52" y="12"/>
                  </a:cubicBezTo>
                  <a:cubicBezTo>
                    <a:pt x="20" y="12"/>
                    <a:pt x="20" y="12"/>
                    <a:pt x="20" y="12"/>
                  </a:cubicBezTo>
                  <a:cubicBezTo>
                    <a:pt x="18" y="12"/>
                    <a:pt x="16" y="14"/>
                    <a:pt x="16" y="16"/>
                  </a:cubicBezTo>
                  <a:cubicBezTo>
                    <a:pt x="16" y="18"/>
                    <a:pt x="18" y="20"/>
                    <a:pt x="20" y="20"/>
                  </a:cubicBezTo>
                  <a:close/>
                  <a:moveTo>
                    <a:pt x="172" y="47"/>
                  </a:moveTo>
                  <a:cubicBezTo>
                    <a:pt x="166" y="47"/>
                    <a:pt x="161" y="53"/>
                    <a:pt x="161" y="59"/>
                  </a:cubicBezTo>
                  <a:cubicBezTo>
                    <a:pt x="161" y="65"/>
                    <a:pt x="166" y="71"/>
                    <a:pt x="172" y="71"/>
                  </a:cubicBezTo>
                  <a:cubicBezTo>
                    <a:pt x="179" y="71"/>
                    <a:pt x="184" y="65"/>
                    <a:pt x="184" y="59"/>
                  </a:cubicBezTo>
                  <a:cubicBezTo>
                    <a:pt x="184" y="53"/>
                    <a:pt x="179" y="47"/>
                    <a:pt x="172" y="47"/>
                  </a:cubicBezTo>
                  <a:close/>
                  <a:moveTo>
                    <a:pt x="172" y="63"/>
                  </a:moveTo>
                  <a:cubicBezTo>
                    <a:pt x="170" y="63"/>
                    <a:pt x="169" y="61"/>
                    <a:pt x="169" y="59"/>
                  </a:cubicBezTo>
                  <a:cubicBezTo>
                    <a:pt x="169" y="57"/>
                    <a:pt x="170" y="55"/>
                    <a:pt x="172" y="55"/>
                  </a:cubicBezTo>
                  <a:cubicBezTo>
                    <a:pt x="174" y="55"/>
                    <a:pt x="176" y="57"/>
                    <a:pt x="176" y="59"/>
                  </a:cubicBezTo>
                  <a:cubicBezTo>
                    <a:pt x="176" y="61"/>
                    <a:pt x="174" y="63"/>
                    <a:pt x="172" y="63"/>
                  </a:cubicBezTo>
                  <a:close/>
                  <a:moveTo>
                    <a:pt x="99" y="39"/>
                  </a:moveTo>
                  <a:cubicBezTo>
                    <a:pt x="71" y="39"/>
                    <a:pt x="48" y="61"/>
                    <a:pt x="48" y="89"/>
                  </a:cubicBezTo>
                  <a:cubicBezTo>
                    <a:pt x="48" y="117"/>
                    <a:pt x="71" y="140"/>
                    <a:pt x="99" y="140"/>
                  </a:cubicBezTo>
                  <a:cubicBezTo>
                    <a:pt x="127" y="140"/>
                    <a:pt x="150" y="117"/>
                    <a:pt x="150" y="89"/>
                  </a:cubicBezTo>
                  <a:cubicBezTo>
                    <a:pt x="150" y="61"/>
                    <a:pt x="127" y="39"/>
                    <a:pt x="99" y="39"/>
                  </a:cubicBezTo>
                  <a:close/>
                  <a:moveTo>
                    <a:pt x="99" y="132"/>
                  </a:moveTo>
                  <a:cubicBezTo>
                    <a:pt x="75" y="132"/>
                    <a:pt x="56" y="113"/>
                    <a:pt x="56" y="89"/>
                  </a:cubicBezTo>
                  <a:cubicBezTo>
                    <a:pt x="56" y="66"/>
                    <a:pt x="75" y="47"/>
                    <a:pt x="99" y="47"/>
                  </a:cubicBezTo>
                  <a:cubicBezTo>
                    <a:pt x="123" y="47"/>
                    <a:pt x="142" y="66"/>
                    <a:pt x="142" y="89"/>
                  </a:cubicBezTo>
                  <a:cubicBezTo>
                    <a:pt x="142" y="113"/>
                    <a:pt x="123" y="132"/>
                    <a:pt x="99" y="132"/>
                  </a:cubicBezTo>
                  <a:close/>
                </a:path>
              </a:pathLst>
            </a:custGeom>
            <a:solidFill>
              <a:schemeClr val="bg1"/>
            </a:solidFill>
            <a:ln>
              <a:noFill/>
            </a:ln>
          </p:spPr>
          <p:txBody>
            <a:bodyPr vert="horz" wrap="square" lIns="91440" tIns="45720" rIns="91440" bIns="45720" numCol="1" anchor="t" anchorCtr="0" compatLnSpc="1"/>
            <a:lstStyle/>
            <a:p>
              <a:pPr marL="0" marR="0" lvl="0" indent="0" defTabSz="914400" eaLnBrk="1" fontAlgn="auto" latinLnBrk="0" hangingPunct="1">
                <a:lnSpc>
                  <a:spcPct val="150000"/>
                </a:lnSpc>
                <a:spcBef>
                  <a:spcPts val="0"/>
                </a:spcBef>
                <a:spcAft>
                  <a:spcPts val="0"/>
                </a:spcAft>
                <a:buClrTx/>
                <a:buSzTx/>
                <a:buFontTx/>
                <a:buNone/>
                <a:defRPr/>
              </a:pPr>
              <a:endParaRPr kumimoji="0" lang="en-US"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39" name="Freeform 29"/>
            <p:cNvSpPr>
              <a:spLocks noEditPoints="1"/>
            </p:cNvSpPr>
            <p:nvPr/>
          </p:nvSpPr>
          <p:spPr bwMode="auto">
            <a:xfrm>
              <a:off x="2079316" y="3254582"/>
              <a:ext cx="209271" cy="140567"/>
            </a:xfrm>
            <a:custGeom>
              <a:avLst/>
              <a:gdLst>
                <a:gd name="T0" fmla="*/ 32 w 224"/>
                <a:gd name="T1" fmla="*/ 76 h 151"/>
                <a:gd name="T2" fmla="*/ 54 w 224"/>
                <a:gd name="T3" fmla="*/ 19 h 151"/>
                <a:gd name="T4" fmla="*/ 60 w 224"/>
                <a:gd name="T5" fmla="*/ 12 h 151"/>
                <a:gd name="T6" fmla="*/ 12 w 224"/>
                <a:gd name="T7" fmla="*/ 12 h 151"/>
                <a:gd name="T8" fmla="*/ 0 w 224"/>
                <a:gd name="T9" fmla="*/ 24 h 151"/>
                <a:gd name="T10" fmla="*/ 0 w 224"/>
                <a:gd name="T11" fmla="*/ 128 h 151"/>
                <a:gd name="T12" fmla="*/ 12 w 224"/>
                <a:gd name="T13" fmla="*/ 140 h 151"/>
                <a:gd name="T14" fmla="*/ 60 w 224"/>
                <a:gd name="T15" fmla="*/ 140 h 151"/>
                <a:gd name="T16" fmla="*/ 55 w 224"/>
                <a:gd name="T17" fmla="*/ 131 h 151"/>
                <a:gd name="T18" fmla="*/ 32 w 224"/>
                <a:gd name="T19" fmla="*/ 76 h 151"/>
                <a:gd name="T20" fmla="*/ 12 w 224"/>
                <a:gd name="T21" fmla="*/ 132 h 151"/>
                <a:gd name="T22" fmla="*/ 8 w 224"/>
                <a:gd name="T23" fmla="*/ 128 h 151"/>
                <a:gd name="T24" fmla="*/ 8 w 224"/>
                <a:gd name="T25" fmla="*/ 24 h 151"/>
                <a:gd name="T26" fmla="*/ 12 w 224"/>
                <a:gd name="T27" fmla="*/ 20 h 151"/>
                <a:gd name="T28" fmla="*/ 42 w 224"/>
                <a:gd name="T29" fmla="*/ 20 h 151"/>
                <a:gd name="T30" fmla="*/ 24 w 224"/>
                <a:gd name="T31" fmla="*/ 76 h 151"/>
                <a:gd name="T32" fmla="*/ 42 w 224"/>
                <a:gd name="T33" fmla="*/ 132 h 151"/>
                <a:gd name="T34" fmla="*/ 12 w 224"/>
                <a:gd name="T35" fmla="*/ 132 h 151"/>
                <a:gd name="T36" fmla="*/ 212 w 224"/>
                <a:gd name="T37" fmla="*/ 12 h 151"/>
                <a:gd name="T38" fmla="*/ 176 w 224"/>
                <a:gd name="T39" fmla="*/ 12 h 151"/>
                <a:gd name="T40" fmla="*/ 182 w 224"/>
                <a:gd name="T41" fmla="*/ 19 h 151"/>
                <a:gd name="T42" fmla="*/ 204 w 224"/>
                <a:gd name="T43" fmla="*/ 76 h 151"/>
                <a:gd name="T44" fmla="*/ 182 w 224"/>
                <a:gd name="T45" fmla="*/ 133 h 151"/>
                <a:gd name="T46" fmla="*/ 176 w 224"/>
                <a:gd name="T47" fmla="*/ 140 h 151"/>
                <a:gd name="T48" fmla="*/ 212 w 224"/>
                <a:gd name="T49" fmla="*/ 140 h 151"/>
                <a:gd name="T50" fmla="*/ 224 w 224"/>
                <a:gd name="T51" fmla="*/ 128 h 151"/>
                <a:gd name="T52" fmla="*/ 224 w 224"/>
                <a:gd name="T53" fmla="*/ 24 h 151"/>
                <a:gd name="T54" fmla="*/ 212 w 224"/>
                <a:gd name="T55" fmla="*/ 12 h 151"/>
                <a:gd name="T56" fmla="*/ 216 w 224"/>
                <a:gd name="T57" fmla="*/ 128 h 151"/>
                <a:gd name="T58" fmla="*/ 212 w 224"/>
                <a:gd name="T59" fmla="*/ 132 h 151"/>
                <a:gd name="T60" fmla="*/ 193 w 224"/>
                <a:gd name="T61" fmla="*/ 132 h 151"/>
                <a:gd name="T62" fmla="*/ 212 w 224"/>
                <a:gd name="T63" fmla="*/ 76 h 151"/>
                <a:gd name="T64" fmla="*/ 193 w 224"/>
                <a:gd name="T65" fmla="*/ 20 h 151"/>
                <a:gd name="T66" fmla="*/ 212 w 224"/>
                <a:gd name="T67" fmla="*/ 20 h 151"/>
                <a:gd name="T68" fmla="*/ 216 w 224"/>
                <a:gd name="T69" fmla="*/ 24 h 151"/>
                <a:gd name="T70" fmla="*/ 216 w 224"/>
                <a:gd name="T71" fmla="*/ 128 h 151"/>
                <a:gd name="T72" fmla="*/ 116 w 224"/>
                <a:gd name="T73" fmla="*/ 0 h 151"/>
                <a:gd name="T74" fmla="*/ 40 w 224"/>
                <a:gd name="T75" fmla="*/ 76 h 151"/>
                <a:gd name="T76" fmla="*/ 116 w 224"/>
                <a:gd name="T77" fmla="*/ 151 h 151"/>
                <a:gd name="T78" fmla="*/ 192 w 224"/>
                <a:gd name="T79" fmla="*/ 76 h 151"/>
                <a:gd name="T80" fmla="*/ 116 w 224"/>
                <a:gd name="T81" fmla="*/ 0 h 151"/>
                <a:gd name="T82" fmla="*/ 116 w 224"/>
                <a:gd name="T83" fmla="*/ 143 h 151"/>
                <a:gd name="T84" fmla="*/ 48 w 224"/>
                <a:gd name="T85" fmla="*/ 76 h 151"/>
                <a:gd name="T86" fmla="*/ 116 w 224"/>
                <a:gd name="T87" fmla="*/ 8 h 151"/>
                <a:gd name="T88" fmla="*/ 184 w 224"/>
                <a:gd name="T89" fmla="*/ 76 h 151"/>
                <a:gd name="T90" fmla="*/ 116 w 224"/>
                <a:gd name="T91" fmla="*/ 143 h 151"/>
                <a:gd name="T92" fmla="*/ 112 w 224"/>
                <a:gd name="T93" fmla="*/ 22 h 151"/>
                <a:gd name="T94" fmla="*/ 108 w 224"/>
                <a:gd name="T95" fmla="*/ 26 h 151"/>
                <a:gd name="T96" fmla="*/ 112 w 224"/>
                <a:gd name="T97" fmla="*/ 30 h 151"/>
                <a:gd name="T98" fmla="*/ 162 w 224"/>
                <a:gd name="T99" fmla="*/ 80 h 151"/>
                <a:gd name="T100" fmla="*/ 166 w 224"/>
                <a:gd name="T101" fmla="*/ 84 h 151"/>
                <a:gd name="T102" fmla="*/ 170 w 224"/>
                <a:gd name="T103" fmla="*/ 80 h 151"/>
                <a:gd name="T104" fmla="*/ 112 w 224"/>
                <a:gd name="T105" fmla="*/ 22 h 151"/>
                <a:gd name="T106" fmla="*/ 20 w 224"/>
                <a:gd name="T107" fmla="*/ 8 h 151"/>
                <a:gd name="T108" fmla="*/ 48 w 224"/>
                <a:gd name="T109" fmla="*/ 8 h 151"/>
                <a:gd name="T110" fmla="*/ 52 w 224"/>
                <a:gd name="T111" fmla="*/ 4 h 151"/>
                <a:gd name="T112" fmla="*/ 48 w 224"/>
                <a:gd name="T113" fmla="*/ 0 h 151"/>
                <a:gd name="T114" fmla="*/ 20 w 224"/>
                <a:gd name="T115" fmla="*/ 0 h 151"/>
                <a:gd name="T116" fmla="*/ 16 w 224"/>
                <a:gd name="T117" fmla="*/ 4 h 151"/>
                <a:gd name="T118" fmla="*/ 20 w 224"/>
                <a:gd name="T119" fmla="*/ 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4" h="151">
                  <a:moveTo>
                    <a:pt x="32" y="76"/>
                  </a:moveTo>
                  <a:cubicBezTo>
                    <a:pt x="32" y="55"/>
                    <a:pt x="39" y="34"/>
                    <a:pt x="54" y="19"/>
                  </a:cubicBezTo>
                  <a:cubicBezTo>
                    <a:pt x="60" y="12"/>
                    <a:pt x="60" y="12"/>
                    <a:pt x="60" y="12"/>
                  </a:cubicBezTo>
                  <a:cubicBezTo>
                    <a:pt x="12" y="12"/>
                    <a:pt x="12" y="12"/>
                    <a:pt x="12" y="12"/>
                  </a:cubicBezTo>
                  <a:cubicBezTo>
                    <a:pt x="5" y="12"/>
                    <a:pt x="0" y="17"/>
                    <a:pt x="0" y="24"/>
                  </a:cubicBezTo>
                  <a:cubicBezTo>
                    <a:pt x="0" y="128"/>
                    <a:pt x="0" y="128"/>
                    <a:pt x="0" y="128"/>
                  </a:cubicBezTo>
                  <a:cubicBezTo>
                    <a:pt x="0" y="135"/>
                    <a:pt x="5" y="140"/>
                    <a:pt x="12" y="140"/>
                  </a:cubicBezTo>
                  <a:cubicBezTo>
                    <a:pt x="60" y="140"/>
                    <a:pt x="60" y="140"/>
                    <a:pt x="60" y="140"/>
                  </a:cubicBezTo>
                  <a:cubicBezTo>
                    <a:pt x="55" y="131"/>
                    <a:pt x="55" y="131"/>
                    <a:pt x="55" y="131"/>
                  </a:cubicBezTo>
                  <a:cubicBezTo>
                    <a:pt x="40" y="116"/>
                    <a:pt x="32" y="97"/>
                    <a:pt x="32" y="76"/>
                  </a:cubicBezTo>
                  <a:close/>
                  <a:moveTo>
                    <a:pt x="12" y="132"/>
                  </a:moveTo>
                  <a:cubicBezTo>
                    <a:pt x="10" y="132"/>
                    <a:pt x="8" y="130"/>
                    <a:pt x="8" y="128"/>
                  </a:cubicBezTo>
                  <a:cubicBezTo>
                    <a:pt x="8" y="24"/>
                    <a:pt x="8" y="24"/>
                    <a:pt x="8" y="24"/>
                  </a:cubicBezTo>
                  <a:cubicBezTo>
                    <a:pt x="8" y="22"/>
                    <a:pt x="10" y="20"/>
                    <a:pt x="12" y="20"/>
                  </a:cubicBezTo>
                  <a:cubicBezTo>
                    <a:pt x="42" y="20"/>
                    <a:pt x="42" y="20"/>
                    <a:pt x="42" y="20"/>
                  </a:cubicBezTo>
                  <a:cubicBezTo>
                    <a:pt x="30" y="36"/>
                    <a:pt x="24" y="56"/>
                    <a:pt x="24" y="76"/>
                  </a:cubicBezTo>
                  <a:cubicBezTo>
                    <a:pt x="24" y="96"/>
                    <a:pt x="30" y="116"/>
                    <a:pt x="42" y="132"/>
                  </a:cubicBezTo>
                  <a:lnTo>
                    <a:pt x="12" y="132"/>
                  </a:lnTo>
                  <a:close/>
                  <a:moveTo>
                    <a:pt x="212" y="12"/>
                  </a:moveTo>
                  <a:cubicBezTo>
                    <a:pt x="176" y="12"/>
                    <a:pt x="176" y="12"/>
                    <a:pt x="176" y="12"/>
                  </a:cubicBezTo>
                  <a:cubicBezTo>
                    <a:pt x="182" y="19"/>
                    <a:pt x="182" y="19"/>
                    <a:pt x="182" y="19"/>
                  </a:cubicBezTo>
                  <a:cubicBezTo>
                    <a:pt x="196" y="34"/>
                    <a:pt x="204" y="55"/>
                    <a:pt x="204" y="76"/>
                  </a:cubicBezTo>
                  <a:cubicBezTo>
                    <a:pt x="204" y="97"/>
                    <a:pt x="196" y="118"/>
                    <a:pt x="182" y="133"/>
                  </a:cubicBezTo>
                  <a:cubicBezTo>
                    <a:pt x="176" y="140"/>
                    <a:pt x="176" y="140"/>
                    <a:pt x="176" y="140"/>
                  </a:cubicBezTo>
                  <a:cubicBezTo>
                    <a:pt x="212" y="140"/>
                    <a:pt x="212" y="140"/>
                    <a:pt x="212" y="140"/>
                  </a:cubicBezTo>
                  <a:cubicBezTo>
                    <a:pt x="219" y="140"/>
                    <a:pt x="224" y="135"/>
                    <a:pt x="224" y="128"/>
                  </a:cubicBezTo>
                  <a:cubicBezTo>
                    <a:pt x="224" y="24"/>
                    <a:pt x="224" y="24"/>
                    <a:pt x="224" y="24"/>
                  </a:cubicBezTo>
                  <a:cubicBezTo>
                    <a:pt x="224" y="17"/>
                    <a:pt x="219" y="12"/>
                    <a:pt x="212" y="12"/>
                  </a:cubicBezTo>
                  <a:close/>
                  <a:moveTo>
                    <a:pt x="216" y="128"/>
                  </a:moveTo>
                  <a:cubicBezTo>
                    <a:pt x="216" y="130"/>
                    <a:pt x="214" y="132"/>
                    <a:pt x="212" y="132"/>
                  </a:cubicBezTo>
                  <a:cubicBezTo>
                    <a:pt x="193" y="132"/>
                    <a:pt x="193" y="132"/>
                    <a:pt x="193" y="132"/>
                  </a:cubicBezTo>
                  <a:cubicBezTo>
                    <a:pt x="206" y="116"/>
                    <a:pt x="212" y="96"/>
                    <a:pt x="212" y="76"/>
                  </a:cubicBezTo>
                  <a:cubicBezTo>
                    <a:pt x="212" y="56"/>
                    <a:pt x="206" y="36"/>
                    <a:pt x="193" y="20"/>
                  </a:cubicBezTo>
                  <a:cubicBezTo>
                    <a:pt x="212" y="20"/>
                    <a:pt x="212" y="20"/>
                    <a:pt x="212" y="20"/>
                  </a:cubicBezTo>
                  <a:cubicBezTo>
                    <a:pt x="214" y="20"/>
                    <a:pt x="216" y="22"/>
                    <a:pt x="216" y="24"/>
                  </a:cubicBezTo>
                  <a:lnTo>
                    <a:pt x="216" y="128"/>
                  </a:lnTo>
                  <a:close/>
                  <a:moveTo>
                    <a:pt x="116" y="0"/>
                  </a:moveTo>
                  <a:cubicBezTo>
                    <a:pt x="74" y="0"/>
                    <a:pt x="40" y="34"/>
                    <a:pt x="40" y="76"/>
                  </a:cubicBezTo>
                  <a:cubicBezTo>
                    <a:pt x="40" y="117"/>
                    <a:pt x="74" y="151"/>
                    <a:pt x="116" y="151"/>
                  </a:cubicBezTo>
                  <a:cubicBezTo>
                    <a:pt x="158" y="151"/>
                    <a:pt x="192" y="117"/>
                    <a:pt x="192" y="76"/>
                  </a:cubicBezTo>
                  <a:cubicBezTo>
                    <a:pt x="192" y="34"/>
                    <a:pt x="158" y="0"/>
                    <a:pt x="116" y="0"/>
                  </a:cubicBezTo>
                  <a:close/>
                  <a:moveTo>
                    <a:pt x="116" y="143"/>
                  </a:moveTo>
                  <a:cubicBezTo>
                    <a:pt x="79" y="143"/>
                    <a:pt x="48" y="113"/>
                    <a:pt x="48" y="76"/>
                  </a:cubicBezTo>
                  <a:cubicBezTo>
                    <a:pt x="48" y="38"/>
                    <a:pt x="79" y="8"/>
                    <a:pt x="116" y="8"/>
                  </a:cubicBezTo>
                  <a:cubicBezTo>
                    <a:pt x="153" y="8"/>
                    <a:pt x="184" y="38"/>
                    <a:pt x="184" y="76"/>
                  </a:cubicBezTo>
                  <a:cubicBezTo>
                    <a:pt x="184" y="113"/>
                    <a:pt x="153" y="143"/>
                    <a:pt x="116" y="143"/>
                  </a:cubicBezTo>
                  <a:close/>
                  <a:moveTo>
                    <a:pt x="112" y="22"/>
                  </a:moveTo>
                  <a:cubicBezTo>
                    <a:pt x="110" y="22"/>
                    <a:pt x="108" y="24"/>
                    <a:pt x="108" y="26"/>
                  </a:cubicBezTo>
                  <a:cubicBezTo>
                    <a:pt x="108" y="28"/>
                    <a:pt x="110" y="30"/>
                    <a:pt x="112" y="30"/>
                  </a:cubicBezTo>
                  <a:cubicBezTo>
                    <a:pt x="139" y="30"/>
                    <a:pt x="162" y="52"/>
                    <a:pt x="162" y="80"/>
                  </a:cubicBezTo>
                  <a:cubicBezTo>
                    <a:pt x="162" y="82"/>
                    <a:pt x="164" y="84"/>
                    <a:pt x="166" y="84"/>
                  </a:cubicBezTo>
                  <a:cubicBezTo>
                    <a:pt x="168" y="84"/>
                    <a:pt x="170" y="82"/>
                    <a:pt x="170" y="80"/>
                  </a:cubicBezTo>
                  <a:cubicBezTo>
                    <a:pt x="170" y="48"/>
                    <a:pt x="144" y="22"/>
                    <a:pt x="112" y="22"/>
                  </a:cubicBezTo>
                  <a:close/>
                  <a:moveTo>
                    <a:pt x="20" y="8"/>
                  </a:moveTo>
                  <a:cubicBezTo>
                    <a:pt x="48" y="8"/>
                    <a:pt x="48" y="8"/>
                    <a:pt x="48" y="8"/>
                  </a:cubicBezTo>
                  <a:cubicBezTo>
                    <a:pt x="50" y="8"/>
                    <a:pt x="52" y="6"/>
                    <a:pt x="52" y="4"/>
                  </a:cubicBezTo>
                  <a:cubicBezTo>
                    <a:pt x="52" y="2"/>
                    <a:pt x="50" y="0"/>
                    <a:pt x="48" y="0"/>
                  </a:cubicBezTo>
                  <a:cubicBezTo>
                    <a:pt x="20" y="0"/>
                    <a:pt x="20" y="0"/>
                    <a:pt x="20" y="0"/>
                  </a:cubicBezTo>
                  <a:cubicBezTo>
                    <a:pt x="18" y="0"/>
                    <a:pt x="16" y="2"/>
                    <a:pt x="16" y="4"/>
                  </a:cubicBezTo>
                  <a:cubicBezTo>
                    <a:pt x="16" y="6"/>
                    <a:pt x="18" y="8"/>
                    <a:pt x="20" y="8"/>
                  </a:cubicBezTo>
                  <a:close/>
                </a:path>
              </a:pathLst>
            </a:custGeom>
            <a:solidFill>
              <a:schemeClr val="bg1"/>
            </a:solidFill>
            <a:ln>
              <a:noFill/>
            </a:ln>
          </p:spPr>
          <p:txBody>
            <a:bodyPr vert="horz" wrap="square" lIns="91440" tIns="45720" rIns="91440" bIns="45720" numCol="1" anchor="t" anchorCtr="0" compatLnSpc="1"/>
            <a:lstStyle/>
            <a:p>
              <a:pPr marL="0" marR="0" lvl="0" indent="0" defTabSz="914400" eaLnBrk="1" fontAlgn="auto" latinLnBrk="0" hangingPunct="1">
                <a:lnSpc>
                  <a:spcPct val="150000"/>
                </a:lnSpc>
                <a:spcBef>
                  <a:spcPts val="0"/>
                </a:spcBef>
                <a:spcAft>
                  <a:spcPts val="0"/>
                </a:spcAft>
                <a:buClrTx/>
                <a:buSzTx/>
                <a:buFontTx/>
                <a:buNone/>
                <a:defRPr/>
              </a:pPr>
              <a:endParaRPr kumimoji="0" lang="en-US" sz="1400" b="0" i="0" u="none" strike="noStrike" kern="0" cap="none" spc="0" normalizeH="0" baseline="0" noProof="0">
                <a:ln>
                  <a:noFill/>
                </a:ln>
                <a:solidFill>
                  <a:sysClr val="windowText" lastClr="000000"/>
                </a:solidFill>
                <a:effectLst/>
                <a:uLnTx/>
                <a:uFillTx/>
                <a:latin typeface="微软雅黑 Light" panose="020B0502040204020203" pitchFamily="34" charset="-122"/>
                <a:ea typeface="微软雅黑 Light" panose="020B0502040204020203" pitchFamily="34" charset="-122"/>
              </a:endParaRPr>
            </a:p>
          </p:txBody>
        </p:sp>
        <p:sp>
          <p:nvSpPr>
            <p:cNvPr id="40" name="Rectangle 11"/>
            <p:cNvSpPr/>
            <p:nvPr/>
          </p:nvSpPr>
          <p:spPr>
            <a:xfrm>
              <a:off x="5458790" y="2996456"/>
              <a:ext cx="1661340" cy="589445"/>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1" name="Rectangle 11"/>
            <p:cNvSpPr/>
            <p:nvPr/>
          </p:nvSpPr>
          <p:spPr>
            <a:xfrm>
              <a:off x="5458790" y="2703117"/>
              <a:ext cx="1105554" cy="312427"/>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添加标题</a:t>
              </a:r>
            </a:p>
          </p:txBody>
        </p:sp>
        <p:sp>
          <p:nvSpPr>
            <p:cNvPr id="42" name="Rectangle 11"/>
            <p:cNvSpPr/>
            <p:nvPr/>
          </p:nvSpPr>
          <p:spPr>
            <a:xfrm>
              <a:off x="8318785" y="2996456"/>
              <a:ext cx="1661340" cy="589445"/>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3" name="Rectangle 11"/>
            <p:cNvSpPr/>
            <p:nvPr/>
          </p:nvSpPr>
          <p:spPr>
            <a:xfrm>
              <a:off x="8318787" y="2703117"/>
              <a:ext cx="1105554" cy="312427"/>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添加标题</a:t>
              </a:r>
            </a:p>
          </p:txBody>
        </p:sp>
        <p:sp>
          <p:nvSpPr>
            <p:cNvPr id="44" name="Rectangle 11"/>
            <p:cNvSpPr/>
            <p:nvPr/>
          </p:nvSpPr>
          <p:spPr>
            <a:xfrm>
              <a:off x="7083262" y="4532448"/>
              <a:ext cx="1661340" cy="589445"/>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5" name="Rectangle 11"/>
            <p:cNvSpPr/>
            <p:nvPr/>
          </p:nvSpPr>
          <p:spPr>
            <a:xfrm>
              <a:off x="7083263" y="4239110"/>
              <a:ext cx="1105554" cy="312427"/>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添加标题</a:t>
              </a:r>
            </a:p>
          </p:txBody>
        </p:sp>
        <p:sp>
          <p:nvSpPr>
            <p:cNvPr id="46" name="Rectangle 11"/>
            <p:cNvSpPr/>
            <p:nvPr/>
          </p:nvSpPr>
          <p:spPr>
            <a:xfrm>
              <a:off x="4687842" y="4726230"/>
              <a:ext cx="1661340" cy="589445"/>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7" name="Rectangle 11"/>
            <p:cNvSpPr/>
            <p:nvPr/>
          </p:nvSpPr>
          <p:spPr>
            <a:xfrm>
              <a:off x="4687842" y="4432891"/>
              <a:ext cx="1105554" cy="312427"/>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添加标题</a:t>
              </a:r>
            </a:p>
          </p:txBody>
        </p:sp>
        <p:sp>
          <p:nvSpPr>
            <p:cNvPr id="48" name="Rectangle 11"/>
            <p:cNvSpPr/>
            <p:nvPr/>
          </p:nvSpPr>
          <p:spPr>
            <a:xfrm>
              <a:off x="2528293" y="2996456"/>
              <a:ext cx="1661340" cy="589445"/>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49" name="Rectangle 11"/>
            <p:cNvSpPr/>
            <p:nvPr/>
          </p:nvSpPr>
          <p:spPr>
            <a:xfrm>
              <a:off x="2528293" y="2703117"/>
              <a:ext cx="1105554" cy="312427"/>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添加标题</a:t>
              </a:r>
            </a:p>
          </p:txBody>
        </p:sp>
      </p:grpSp>
      <p:sp>
        <p:nvSpPr>
          <p:cNvPr id="2" name="文本框 1"/>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cxnSp>
        <p:nvCxnSpPr>
          <p:cNvPr id="3" name="直接连接符 2"/>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4564"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2736151" y="1944408"/>
            <a:ext cx="7080367" cy="2138045"/>
            <a:chOff x="3218538" y="2202948"/>
            <a:chExt cx="5821291" cy="1757845"/>
          </a:xfrm>
        </p:grpSpPr>
        <p:sp>
          <p:nvSpPr>
            <p:cNvPr id="27" name="文本框 26"/>
            <p:cNvSpPr txBox="1"/>
            <p:nvPr/>
          </p:nvSpPr>
          <p:spPr>
            <a:xfrm>
              <a:off x="5235617" y="3163936"/>
              <a:ext cx="3804212" cy="725557"/>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pPr algn="l">
                <a:lnSpc>
                  <a:spcPct val="200000"/>
                </a:lnSpc>
              </a:pPr>
              <a:r>
                <a:rPr lang="en-US" altLang="zh-CN" sz="900" b="0" dirty="0">
                  <a:solidFill>
                    <a:schemeClr val="tx1">
                      <a:lumMod val="75000"/>
                      <a:lumOff val="25000"/>
                    </a:schemeClr>
                  </a:solidFill>
                  <a:latin typeface="微软雅黑 Light" panose="020B0502040204020203" pitchFamily="34" charset="-122"/>
                  <a:ea typeface="微软雅黑 Light" panose="020B0502040204020203" pitchFamily="34" charset="-122"/>
                </a:rPr>
                <a:t>A company is an association or collection of individuals, whether natural persons, legal persons, or a mixture of both. A company is an  association or collection of individuals, whether natural persons, legal persons</a:t>
              </a:r>
            </a:p>
          </p:txBody>
        </p:sp>
        <p:sp>
          <p:nvSpPr>
            <p:cNvPr id="28" name="文本框 27"/>
            <p:cNvSpPr txBox="1"/>
            <p:nvPr/>
          </p:nvSpPr>
          <p:spPr>
            <a:xfrm>
              <a:off x="3218538" y="2202948"/>
              <a:ext cx="2102734" cy="1757845"/>
            </a:xfrm>
            <a:prstGeom prst="rect">
              <a:avLst/>
            </a:prstGeom>
            <a:noFill/>
          </p:spPr>
          <p:txBody>
            <a:bodyPr wrap="square" rtlCol="0">
              <a:spAutoFit/>
            </a:bodyPr>
            <a:lstStyle/>
            <a:p>
              <a:pPr algn="ctr"/>
              <a:r>
                <a:rPr lang="en-US" altLang="zh-CN" sz="13300" dirty="0">
                  <a:solidFill>
                    <a:schemeClr val="accent1"/>
                  </a:solidFill>
                  <a:latin typeface="微软雅黑" panose="020B0503020204020204" pitchFamily="34" charset="-122"/>
                  <a:ea typeface="微软雅黑" panose="020B0503020204020204" pitchFamily="34" charset="-122"/>
                </a:rPr>
                <a:t>04</a:t>
              </a:r>
              <a:endParaRPr lang="en-US" altLang="zh-CN" sz="13300" spc="300" dirty="0">
                <a:solidFill>
                  <a:schemeClr val="accent1"/>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5189500" y="2397468"/>
            <a:ext cx="3406381" cy="706756"/>
          </a:xfrm>
          <a:prstGeom prst="rect">
            <a:avLst/>
          </a:prstGeom>
          <a:noFill/>
        </p:spPr>
        <p:txBody>
          <a:bodyPr wrap="square" rtlCol="0">
            <a:spAutoFit/>
          </a:bodyPr>
          <a:lstStyle/>
          <a:p>
            <a:pPr algn="l"/>
            <a:r>
              <a:rPr lang="en-US" altLang="zh-CN" sz="4000" b="1"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4000" b="1" dirty="0">
                <a:solidFill>
                  <a:schemeClr val="tx1">
                    <a:lumMod val="75000"/>
                    <a:lumOff val="25000"/>
                  </a:schemeClr>
                </a:solidFill>
                <a:latin typeface="微软雅黑" panose="020B0503020204020204" pitchFamily="34" charset="-122"/>
                <a:ea typeface="微软雅黑" panose="020B0503020204020204" pitchFamily="34" charset="-122"/>
              </a:rPr>
              <a:t>号字标题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04</a:t>
            </a:r>
            <a:endParaRPr lang="zh-CN" altLang="en-US" sz="3200" dirty="0">
              <a:solidFill>
                <a:schemeClr val="bg1"/>
              </a:solidFill>
              <a:latin typeface="Impact" panose="020B0806030902050204" pitchFamily="34" charset="0"/>
              <a:ea typeface="华文细黑" panose="02010600040101010101" pitchFamily="2" charset="-122"/>
            </a:endParaRPr>
          </a:p>
        </p:txBody>
      </p:sp>
      <p:grpSp>
        <p:nvGrpSpPr>
          <p:cNvPr id="20" name="组合 19"/>
          <p:cNvGrpSpPr/>
          <p:nvPr/>
        </p:nvGrpSpPr>
        <p:grpSpPr>
          <a:xfrm>
            <a:off x="1823110" y="2056388"/>
            <a:ext cx="8941346" cy="3899852"/>
            <a:chOff x="1463234" y="1891100"/>
            <a:chExt cx="9710290" cy="4235234"/>
          </a:xfrm>
        </p:grpSpPr>
        <p:grpSp>
          <p:nvGrpSpPr>
            <p:cNvPr id="21" name="Group 26"/>
            <p:cNvGrpSpPr/>
            <p:nvPr/>
          </p:nvGrpSpPr>
          <p:grpSpPr>
            <a:xfrm>
              <a:off x="4200185" y="2448216"/>
              <a:ext cx="3791628" cy="3651116"/>
              <a:chOff x="4200185" y="2320894"/>
              <a:chExt cx="3791628" cy="3651116"/>
            </a:xfrm>
          </p:grpSpPr>
          <p:sp>
            <p:nvSpPr>
              <p:cNvPr id="33" name="Rounded Rectangle 27"/>
              <p:cNvSpPr/>
              <p:nvPr/>
            </p:nvSpPr>
            <p:spPr>
              <a:xfrm flipH="1">
                <a:off x="4214254" y="4850056"/>
                <a:ext cx="3777559" cy="914400"/>
              </a:xfrm>
              <a:prstGeom prst="roundRect">
                <a:avLst>
                  <a:gd name="adj" fmla="val 50000"/>
                </a:avLst>
              </a:prstGeom>
              <a:solidFill>
                <a:srgbClr val="E41B16"/>
              </a:solidFill>
              <a:ln>
                <a:solidFill>
                  <a:srgbClr val="FDF9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4" name="Rounded Rectangle 28"/>
              <p:cNvSpPr/>
              <p:nvPr/>
            </p:nvSpPr>
            <p:spPr>
              <a:xfrm rot="3492391" flipH="1">
                <a:off x="4991307" y="3689252"/>
                <a:ext cx="3651116" cy="914400"/>
              </a:xfrm>
              <a:prstGeom prst="roundRect">
                <a:avLst>
                  <a:gd name="adj" fmla="val 50000"/>
                </a:avLst>
              </a:prstGeom>
              <a:solidFill>
                <a:schemeClr val="accent1"/>
              </a:solidFill>
              <a:ln>
                <a:solidFill>
                  <a:srgbClr val="FDF9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5" name="Rounded Rectangle 29"/>
              <p:cNvSpPr/>
              <p:nvPr/>
            </p:nvSpPr>
            <p:spPr>
              <a:xfrm rot="18107609">
                <a:off x="3556490" y="3689252"/>
                <a:ext cx="3651116" cy="914400"/>
              </a:xfrm>
              <a:prstGeom prst="roundRect">
                <a:avLst>
                  <a:gd name="adj" fmla="val 50000"/>
                </a:avLst>
              </a:prstGeom>
              <a:solidFill>
                <a:schemeClr val="accent1"/>
              </a:solidFill>
              <a:ln>
                <a:solidFill>
                  <a:srgbClr val="FDF9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6" name="Rounded Rectangle 30"/>
              <p:cNvSpPr/>
              <p:nvPr/>
            </p:nvSpPr>
            <p:spPr>
              <a:xfrm flipH="1">
                <a:off x="4200185" y="4850056"/>
                <a:ext cx="3777559" cy="914400"/>
              </a:xfrm>
              <a:prstGeom prst="roundRect">
                <a:avLst>
                  <a:gd name="adj" fmla="val 50000"/>
                </a:avLst>
              </a:prstGeom>
              <a:solidFill>
                <a:srgbClr val="353A43"/>
              </a:solidFill>
              <a:ln>
                <a:solidFill>
                  <a:srgbClr val="FDF9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7" name="Oval 31"/>
              <p:cNvSpPr/>
              <p:nvPr/>
            </p:nvSpPr>
            <p:spPr>
              <a:xfrm>
                <a:off x="5725181" y="2613073"/>
                <a:ext cx="755703" cy="7557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8" name="Oval 32"/>
              <p:cNvSpPr/>
              <p:nvPr/>
            </p:nvSpPr>
            <p:spPr>
              <a:xfrm>
                <a:off x="4297730" y="4929404"/>
                <a:ext cx="755703" cy="7557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39" name="Oval 33"/>
              <p:cNvSpPr/>
              <p:nvPr/>
            </p:nvSpPr>
            <p:spPr>
              <a:xfrm>
                <a:off x="7164059" y="4930934"/>
                <a:ext cx="755703" cy="7557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a:latin typeface="微软雅黑 Light" panose="020B0502040204020203" pitchFamily="34" charset="-122"/>
                  <a:ea typeface="微软雅黑 Light" panose="020B0502040204020203" pitchFamily="34" charset="-122"/>
                </a:endParaRPr>
              </a:p>
            </p:txBody>
          </p:sp>
          <p:sp>
            <p:nvSpPr>
              <p:cNvPr id="40" name="Freeform 34"/>
              <p:cNvSpPr>
                <a:spLocks noEditPoints="1"/>
              </p:cNvSpPr>
              <p:nvPr/>
            </p:nvSpPr>
            <p:spPr bwMode="auto">
              <a:xfrm>
                <a:off x="5950368" y="2791506"/>
                <a:ext cx="305327" cy="39883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accent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200">
                  <a:solidFill>
                    <a:prstClr val="black"/>
                  </a:solidFill>
                  <a:latin typeface="微软雅黑 Light" panose="020B0502040204020203" pitchFamily="34" charset="-122"/>
                  <a:ea typeface="微软雅黑 Light" panose="020B0502040204020203" pitchFamily="34" charset="-122"/>
                </a:endParaRPr>
              </a:p>
            </p:txBody>
          </p:sp>
          <p:sp>
            <p:nvSpPr>
              <p:cNvPr id="41" name="Freeform 35"/>
              <p:cNvSpPr>
                <a:spLocks noEditPoints="1"/>
              </p:cNvSpPr>
              <p:nvPr/>
            </p:nvSpPr>
            <p:spPr bwMode="auto">
              <a:xfrm>
                <a:off x="4537230" y="5088755"/>
                <a:ext cx="276702" cy="43700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rgbClr val="353A43"/>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200">
                  <a:solidFill>
                    <a:prstClr val="black"/>
                  </a:solidFill>
                  <a:latin typeface="微软雅黑 Light" panose="020B0502040204020203" pitchFamily="34" charset="-122"/>
                  <a:ea typeface="微软雅黑 Light" panose="020B0502040204020203" pitchFamily="34" charset="-122"/>
                </a:endParaRPr>
              </a:p>
            </p:txBody>
          </p:sp>
          <p:sp>
            <p:nvSpPr>
              <p:cNvPr id="42" name="Freeform 36"/>
              <p:cNvSpPr>
                <a:spLocks noEditPoints="1"/>
              </p:cNvSpPr>
              <p:nvPr/>
            </p:nvSpPr>
            <p:spPr bwMode="auto">
              <a:xfrm>
                <a:off x="7348218" y="5147991"/>
                <a:ext cx="387383" cy="332044"/>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rgbClr val="353A43"/>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200">
                  <a:solidFill>
                    <a:prstClr val="black"/>
                  </a:solidFill>
                  <a:latin typeface="微软雅黑 Light" panose="020B0502040204020203" pitchFamily="34" charset="-122"/>
                  <a:ea typeface="微软雅黑 Light" panose="020B0502040204020203" pitchFamily="34" charset="-122"/>
                </a:endParaRPr>
              </a:p>
            </p:txBody>
          </p:sp>
        </p:grpSp>
        <p:grpSp>
          <p:nvGrpSpPr>
            <p:cNvPr id="22" name="Group 47"/>
            <p:cNvGrpSpPr/>
            <p:nvPr/>
          </p:nvGrpSpPr>
          <p:grpSpPr>
            <a:xfrm>
              <a:off x="7992824" y="1891100"/>
              <a:ext cx="3180700" cy="1942035"/>
              <a:chOff x="7727461" y="1631854"/>
              <a:chExt cx="3675852" cy="1942035"/>
            </a:xfrm>
          </p:grpSpPr>
          <p:sp>
            <p:nvSpPr>
              <p:cNvPr id="31" name="Rectangle 49"/>
              <p:cNvSpPr/>
              <p:nvPr/>
            </p:nvSpPr>
            <p:spPr>
              <a:xfrm>
                <a:off x="7727461" y="1631854"/>
                <a:ext cx="3675852" cy="194203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dirty="0">
                  <a:latin typeface="微软雅黑 Light" panose="020B0502040204020203" pitchFamily="34" charset="-122"/>
                  <a:ea typeface="微软雅黑 Light" panose="020B0502040204020203" pitchFamily="34" charset="-122"/>
                </a:endParaRPr>
              </a:p>
            </p:txBody>
          </p:sp>
          <p:sp>
            <p:nvSpPr>
              <p:cNvPr id="32" name="Rectangle 50"/>
              <p:cNvSpPr/>
              <p:nvPr/>
            </p:nvSpPr>
            <p:spPr>
              <a:xfrm>
                <a:off x="7727461" y="1631854"/>
                <a:ext cx="3675852" cy="43529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1200" b="1" dirty="0">
                    <a:solidFill>
                      <a:schemeClr val="bg1"/>
                    </a:solidFill>
                    <a:latin typeface="微软雅黑 Light" panose="020B0502040204020203" pitchFamily="34" charset="-122"/>
                    <a:ea typeface="微软雅黑 Light" panose="020B0502040204020203" pitchFamily="34" charset="-122"/>
                    <a:cs typeface="Lato Regular"/>
                  </a:rPr>
                  <a:t>KEY WORD </a:t>
                </a:r>
                <a:endParaRPr lang="id-ID" altLang="zh-CN" sz="1200" b="1" dirty="0">
                  <a:solidFill>
                    <a:schemeClr val="bg1"/>
                  </a:solidFill>
                  <a:latin typeface="微软雅黑 Light" panose="020B0502040204020203" pitchFamily="34" charset="-122"/>
                  <a:ea typeface="微软雅黑 Light" panose="020B0502040204020203" pitchFamily="34" charset="-122"/>
                  <a:cs typeface="Lato Regular"/>
                </a:endParaRPr>
              </a:p>
            </p:txBody>
          </p:sp>
        </p:grpSp>
        <p:sp>
          <p:nvSpPr>
            <p:cNvPr id="23" name="文本框 22"/>
            <p:cNvSpPr txBox="1"/>
            <p:nvPr/>
          </p:nvSpPr>
          <p:spPr>
            <a:xfrm>
              <a:off x="8214155" y="2794826"/>
              <a:ext cx="2775875" cy="841923"/>
            </a:xfrm>
            <a:prstGeom prst="rect">
              <a:avLst/>
            </a:prstGeom>
            <a:noFill/>
          </p:spPr>
          <p:txBody>
            <a:bodyPr wrap="square" rtlCol="0">
              <a:spAutoFit/>
            </a:bodyPr>
            <a:lstStyle/>
            <a:p>
              <a:pPr algn="ctr">
                <a:lnSpc>
                  <a:spcPct val="150000"/>
                </a:lnSpc>
              </a:pPr>
              <a:r>
                <a:rPr lang="zh-CN" altLang="en-US" sz="10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点击文本框即可进行编辑输入相关内容点击文本框即可进行编辑输入相关内容点击文本框即可进行编辑输入相关内容</a:t>
              </a:r>
            </a:p>
          </p:txBody>
        </p:sp>
        <p:sp>
          <p:nvSpPr>
            <p:cNvPr id="24" name="文本框 23"/>
            <p:cNvSpPr txBox="1"/>
            <p:nvPr/>
          </p:nvSpPr>
          <p:spPr>
            <a:xfrm>
              <a:off x="8959641" y="2354340"/>
              <a:ext cx="1284902" cy="455897"/>
            </a:xfrm>
            <a:prstGeom prst="rect">
              <a:avLst/>
            </a:prstGeom>
            <a:noFill/>
          </p:spPr>
          <p:txBody>
            <a:bodyPr wrap="square" rtlCol="0">
              <a:spAutoFit/>
            </a:bodyPr>
            <a:lstStyle/>
            <a:p>
              <a:pPr algn="ct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25" name="文本框 24"/>
            <p:cNvSpPr txBox="1"/>
            <p:nvPr/>
          </p:nvSpPr>
          <p:spPr>
            <a:xfrm>
              <a:off x="8141730" y="5284411"/>
              <a:ext cx="2344921" cy="841923"/>
            </a:xfrm>
            <a:prstGeom prst="rect">
              <a:avLst/>
            </a:prstGeom>
            <a:noFill/>
          </p:spPr>
          <p:txBody>
            <a:bodyPr wrap="square" rtlCol="0">
              <a:spAutoFit/>
            </a:bodyPr>
            <a:lstStyle/>
            <a:p>
              <a:pPr>
                <a:lnSpc>
                  <a:spcPct val="150000"/>
                </a:lnSpc>
              </a:pPr>
              <a:r>
                <a:rPr lang="zh-CN" altLang="en-US" sz="10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26" name="文本框 25"/>
            <p:cNvSpPr txBox="1"/>
            <p:nvPr/>
          </p:nvSpPr>
          <p:spPr>
            <a:xfrm>
              <a:off x="8141730" y="4849063"/>
              <a:ext cx="1284902" cy="455897"/>
            </a:xfrm>
            <a:prstGeom prst="rect">
              <a:avLst/>
            </a:prstGeom>
            <a:noFill/>
          </p:spPr>
          <p:txBody>
            <a:bodyPr wrap="square" rtlCol="0">
              <a:spAutoFit/>
            </a:bodyPr>
            <a:lstStyle/>
            <a:p>
              <a:pP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27" name="文本框 26"/>
            <p:cNvSpPr txBox="1"/>
            <p:nvPr/>
          </p:nvSpPr>
          <p:spPr>
            <a:xfrm>
              <a:off x="2694256" y="2678998"/>
              <a:ext cx="2384709" cy="841923"/>
            </a:xfrm>
            <a:prstGeom prst="rect">
              <a:avLst/>
            </a:prstGeom>
            <a:noFill/>
          </p:spPr>
          <p:txBody>
            <a:bodyPr wrap="square" rtlCol="0">
              <a:spAutoFit/>
            </a:bodyPr>
            <a:lstStyle/>
            <a:p>
              <a:pPr algn="r">
                <a:lnSpc>
                  <a:spcPct val="150000"/>
                </a:lnSpc>
              </a:pPr>
              <a:r>
                <a:rPr lang="zh-CN" altLang="en-US" sz="10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28" name="文本框 27"/>
            <p:cNvSpPr txBox="1"/>
            <p:nvPr/>
          </p:nvSpPr>
          <p:spPr>
            <a:xfrm>
              <a:off x="3794063" y="2257264"/>
              <a:ext cx="1284902" cy="455897"/>
            </a:xfrm>
            <a:prstGeom prst="rect">
              <a:avLst/>
            </a:prstGeom>
            <a:noFill/>
          </p:spPr>
          <p:txBody>
            <a:bodyPr wrap="square" rtlCol="0">
              <a:spAutoFit/>
            </a:bodyPr>
            <a:lstStyle/>
            <a:p>
              <a:pPr algn="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29" name="文本框 28"/>
            <p:cNvSpPr txBox="1"/>
            <p:nvPr/>
          </p:nvSpPr>
          <p:spPr>
            <a:xfrm>
              <a:off x="1463234" y="5284411"/>
              <a:ext cx="2384709" cy="841923"/>
            </a:xfrm>
            <a:prstGeom prst="rect">
              <a:avLst/>
            </a:prstGeom>
            <a:noFill/>
          </p:spPr>
          <p:txBody>
            <a:bodyPr wrap="square" rtlCol="0">
              <a:spAutoFit/>
            </a:bodyPr>
            <a:lstStyle/>
            <a:p>
              <a:pPr algn="r">
                <a:lnSpc>
                  <a:spcPct val="150000"/>
                </a:lnSpc>
              </a:pPr>
              <a:r>
                <a:rPr lang="zh-CN" altLang="en-US" sz="100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30" name="文本框 29"/>
            <p:cNvSpPr txBox="1"/>
            <p:nvPr/>
          </p:nvSpPr>
          <p:spPr>
            <a:xfrm>
              <a:off x="2563043" y="4862677"/>
              <a:ext cx="1284902" cy="455897"/>
            </a:xfrm>
            <a:prstGeom prst="rect">
              <a:avLst/>
            </a:prstGeom>
            <a:noFill/>
          </p:spPr>
          <p:txBody>
            <a:bodyPr wrap="square" rtlCol="0">
              <a:spAutoFit/>
            </a:bodyPr>
            <a:lstStyle/>
            <a:p>
              <a:pPr algn="r">
                <a:lnSpc>
                  <a:spcPct val="150000"/>
                </a:lnSpc>
              </a:pP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grpSp>
      <p:sp>
        <p:nvSpPr>
          <p:cNvPr id="2" name="文本框 1"/>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cxnSp>
        <p:nvCxnSpPr>
          <p:cNvPr id="3" name="直接连接符 2"/>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246534"/>
            <a:ext cx="1767840" cy="564594"/>
          </a:xfrm>
          <a:prstGeom prst="rect">
            <a:avLst/>
          </a:prstGeom>
          <a:solidFill>
            <a:schemeClr val="accent1"/>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2" name="直接连接符 11"/>
          <p:cNvCxnSpPr/>
          <p:nvPr/>
        </p:nvCxnSpPr>
        <p:spPr>
          <a:xfrm flipV="1">
            <a:off x="1706881" y="810920"/>
            <a:ext cx="8712000" cy="2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36272" y="241593"/>
            <a:ext cx="2222339" cy="583565"/>
          </a:xfrm>
          <a:prstGeom prst="rect">
            <a:avLst/>
          </a:prstGeom>
        </p:spPr>
        <p:txBody>
          <a:bodyPr wrap="square">
            <a:spAutoFit/>
          </a:bodyPr>
          <a:lstStyle/>
          <a:p>
            <a:r>
              <a:rPr lang="en-US" altLang="zh-CN" sz="3200" dirty="0">
                <a:solidFill>
                  <a:schemeClr val="bg1"/>
                </a:solidFill>
                <a:latin typeface="Impact" panose="020B0806030902050204" pitchFamily="34" charset="0"/>
                <a:ea typeface="华文细黑" panose="02010600040101010101" pitchFamily="2" charset="-122"/>
              </a:rPr>
              <a:t>PART  04</a:t>
            </a:r>
            <a:endParaRPr lang="zh-CN" altLang="en-US" sz="3200" dirty="0">
              <a:solidFill>
                <a:schemeClr val="bg1"/>
              </a:solidFill>
              <a:latin typeface="Impact" panose="020B0806030902050204" pitchFamily="34" charset="0"/>
              <a:ea typeface="华文细黑" panose="02010600040101010101" pitchFamily="2" charset="-122"/>
            </a:endParaRPr>
          </a:p>
        </p:txBody>
      </p:sp>
      <p:grpSp>
        <p:nvGrpSpPr>
          <p:cNvPr id="20" name="组合 19"/>
          <p:cNvGrpSpPr/>
          <p:nvPr/>
        </p:nvGrpSpPr>
        <p:grpSpPr>
          <a:xfrm>
            <a:off x="618755" y="2119059"/>
            <a:ext cx="10962828" cy="3653249"/>
            <a:chOff x="858337" y="2098651"/>
            <a:chExt cx="10483663" cy="3493573"/>
          </a:xfrm>
        </p:grpSpPr>
        <p:sp>
          <p:nvSpPr>
            <p:cNvPr id="21" name="Shape 2816"/>
            <p:cNvSpPr/>
            <p:nvPr/>
          </p:nvSpPr>
          <p:spPr>
            <a:xfrm>
              <a:off x="1534822" y="3841449"/>
              <a:ext cx="543759" cy="543759"/>
            </a:xfrm>
            <a:custGeom>
              <a:avLst/>
              <a:gdLst/>
              <a:ahLst/>
              <a:cxnLst>
                <a:cxn ang="0">
                  <a:pos x="wd2" y="hd2"/>
                </a:cxn>
                <a:cxn ang="5400000">
                  <a:pos x="wd2" y="hd2"/>
                </a:cxn>
                <a:cxn ang="10800000">
                  <a:pos x="wd2" y="hd2"/>
                </a:cxn>
                <a:cxn ang="16200000">
                  <a:pos x="wd2" y="hd2"/>
                </a:cxn>
              </a:cxnLst>
              <a:rect l="0" t="0" r="r" b="b"/>
              <a:pathLst>
                <a:path w="21600" h="21600" extrusionOk="0">
                  <a:moveTo>
                    <a:pt x="21587" y="18100"/>
                  </a:moveTo>
                  <a:lnTo>
                    <a:pt x="21596" y="18099"/>
                  </a:lnTo>
                  <a:lnTo>
                    <a:pt x="20614" y="5335"/>
                  </a:lnTo>
                  <a:lnTo>
                    <a:pt x="20605" y="5337"/>
                  </a:lnTo>
                  <a:cubicBezTo>
                    <a:pt x="20573" y="5097"/>
                    <a:pt x="20376" y="4909"/>
                    <a:pt x="20127" y="4909"/>
                  </a:cubicBezTo>
                  <a:lnTo>
                    <a:pt x="16691" y="4909"/>
                  </a:lnTo>
                  <a:lnTo>
                    <a:pt x="16691" y="3927"/>
                  </a:lnTo>
                  <a:cubicBezTo>
                    <a:pt x="16691" y="1758"/>
                    <a:pt x="14932" y="0"/>
                    <a:pt x="12764" y="0"/>
                  </a:cubicBezTo>
                  <a:cubicBezTo>
                    <a:pt x="11300" y="0"/>
                    <a:pt x="10025" y="803"/>
                    <a:pt x="9350" y="1991"/>
                  </a:cubicBezTo>
                  <a:cubicBezTo>
                    <a:pt x="9705" y="2027"/>
                    <a:pt x="10048" y="2105"/>
                    <a:pt x="10377" y="2214"/>
                  </a:cubicBezTo>
                  <a:cubicBezTo>
                    <a:pt x="10911" y="1470"/>
                    <a:pt x="11778" y="982"/>
                    <a:pt x="12764" y="982"/>
                  </a:cubicBezTo>
                  <a:cubicBezTo>
                    <a:pt x="14390" y="982"/>
                    <a:pt x="15709" y="2301"/>
                    <a:pt x="15709" y="3927"/>
                  </a:cubicBezTo>
                  <a:lnTo>
                    <a:pt x="15709" y="4909"/>
                  </a:lnTo>
                  <a:lnTo>
                    <a:pt x="13337" y="4909"/>
                  </a:lnTo>
                  <a:cubicBezTo>
                    <a:pt x="13474" y="5221"/>
                    <a:pt x="13581" y="5549"/>
                    <a:pt x="13651" y="5891"/>
                  </a:cubicBezTo>
                  <a:lnTo>
                    <a:pt x="15709" y="5891"/>
                  </a:lnTo>
                  <a:lnTo>
                    <a:pt x="15709" y="6873"/>
                  </a:lnTo>
                  <a:lnTo>
                    <a:pt x="16204" y="6873"/>
                  </a:lnTo>
                  <a:cubicBezTo>
                    <a:pt x="16375" y="6873"/>
                    <a:pt x="16537" y="6905"/>
                    <a:pt x="16691" y="6961"/>
                  </a:cubicBezTo>
                  <a:lnTo>
                    <a:pt x="16691" y="5891"/>
                  </a:lnTo>
                  <a:lnTo>
                    <a:pt x="19674" y="5891"/>
                  </a:lnTo>
                  <a:lnTo>
                    <a:pt x="20429" y="15709"/>
                  </a:lnTo>
                  <a:lnTo>
                    <a:pt x="18247" y="15709"/>
                  </a:lnTo>
                  <a:lnTo>
                    <a:pt x="18323" y="16691"/>
                  </a:lnTo>
                  <a:lnTo>
                    <a:pt x="20504" y="16691"/>
                  </a:lnTo>
                  <a:lnTo>
                    <a:pt x="20580" y="17673"/>
                  </a:lnTo>
                  <a:lnTo>
                    <a:pt x="18398" y="17673"/>
                  </a:lnTo>
                  <a:lnTo>
                    <a:pt x="18474" y="18655"/>
                  </a:lnTo>
                  <a:lnTo>
                    <a:pt x="21109" y="18655"/>
                  </a:lnTo>
                  <a:cubicBezTo>
                    <a:pt x="21380" y="18655"/>
                    <a:pt x="21600" y="18435"/>
                    <a:pt x="21600" y="18164"/>
                  </a:cubicBezTo>
                  <a:cubicBezTo>
                    <a:pt x="21600" y="18141"/>
                    <a:pt x="21590" y="18122"/>
                    <a:pt x="21587" y="18100"/>
                  </a:cubicBezTo>
                  <a:moveTo>
                    <a:pt x="1020" y="20618"/>
                  </a:moveTo>
                  <a:lnTo>
                    <a:pt x="1096" y="19636"/>
                  </a:lnTo>
                  <a:lnTo>
                    <a:pt x="16577" y="19636"/>
                  </a:lnTo>
                  <a:lnTo>
                    <a:pt x="16653" y="20618"/>
                  </a:lnTo>
                  <a:cubicBezTo>
                    <a:pt x="16653" y="20618"/>
                    <a:pt x="1020" y="20618"/>
                    <a:pt x="1020" y="20618"/>
                  </a:cubicBezTo>
                  <a:close/>
                  <a:moveTo>
                    <a:pt x="1926" y="8836"/>
                  </a:moveTo>
                  <a:lnTo>
                    <a:pt x="4909" y="8836"/>
                  </a:lnTo>
                  <a:lnTo>
                    <a:pt x="4909" y="10936"/>
                  </a:lnTo>
                  <a:cubicBezTo>
                    <a:pt x="4617" y="11106"/>
                    <a:pt x="4418" y="11420"/>
                    <a:pt x="4418" y="11782"/>
                  </a:cubicBezTo>
                  <a:cubicBezTo>
                    <a:pt x="4418" y="12324"/>
                    <a:pt x="4858" y="12764"/>
                    <a:pt x="5400" y="12764"/>
                  </a:cubicBezTo>
                  <a:cubicBezTo>
                    <a:pt x="5942" y="12764"/>
                    <a:pt x="6382" y="12324"/>
                    <a:pt x="6382" y="11782"/>
                  </a:cubicBezTo>
                  <a:cubicBezTo>
                    <a:pt x="6382" y="11420"/>
                    <a:pt x="6183" y="11106"/>
                    <a:pt x="5891" y="10936"/>
                  </a:cubicBezTo>
                  <a:lnTo>
                    <a:pt x="5891" y="8836"/>
                  </a:lnTo>
                  <a:lnTo>
                    <a:pt x="11782" y="8836"/>
                  </a:lnTo>
                  <a:lnTo>
                    <a:pt x="11782" y="10936"/>
                  </a:lnTo>
                  <a:cubicBezTo>
                    <a:pt x="11489" y="11106"/>
                    <a:pt x="11291" y="11420"/>
                    <a:pt x="11291" y="11782"/>
                  </a:cubicBezTo>
                  <a:cubicBezTo>
                    <a:pt x="11291" y="12324"/>
                    <a:pt x="11731" y="12764"/>
                    <a:pt x="12273" y="12764"/>
                  </a:cubicBezTo>
                  <a:cubicBezTo>
                    <a:pt x="12815" y="12764"/>
                    <a:pt x="13255" y="12324"/>
                    <a:pt x="13255" y="11782"/>
                  </a:cubicBezTo>
                  <a:cubicBezTo>
                    <a:pt x="13255" y="11420"/>
                    <a:pt x="13056" y="11106"/>
                    <a:pt x="12764" y="10936"/>
                  </a:cubicBezTo>
                  <a:lnTo>
                    <a:pt x="12764" y="8836"/>
                  </a:lnTo>
                  <a:lnTo>
                    <a:pt x="15746" y="8836"/>
                  </a:lnTo>
                  <a:lnTo>
                    <a:pt x="16502" y="18655"/>
                  </a:lnTo>
                  <a:lnTo>
                    <a:pt x="1172" y="18655"/>
                  </a:lnTo>
                  <a:cubicBezTo>
                    <a:pt x="1172" y="18655"/>
                    <a:pt x="1926" y="8836"/>
                    <a:pt x="1926" y="8836"/>
                  </a:cubicBezTo>
                  <a:close/>
                  <a:moveTo>
                    <a:pt x="5891" y="6873"/>
                  </a:moveTo>
                  <a:cubicBezTo>
                    <a:pt x="5891" y="5246"/>
                    <a:pt x="7210" y="3927"/>
                    <a:pt x="8836" y="3927"/>
                  </a:cubicBezTo>
                  <a:cubicBezTo>
                    <a:pt x="10463" y="3927"/>
                    <a:pt x="11782" y="5246"/>
                    <a:pt x="11782" y="6873"/>
                  </a:cubicBezTo>
                  <a:lnTo>
                    <a:pt x="11782" y="7855"/>
                  </a:lnTo>
                  <a:lnTo>
                    <a:pt x="5891" y="7855"/>
                  </a:lnTo>
                  <a:cubicBezTo>
                    <a:pt x="5891" y="7855"/>
                    <a:pt x="5891" y="6873"/>
                    <a:pt x="5891" y="6873"/>
                  </a:cubicBezTo>
                  <a:close/>
                  <a:moveTo>
                    <a:pt x="17668" y="21044"/>
                  </a:moveTo>
                  <a:lnTo>
                    <a:pt x="16687" y="8281"/>
                  </a:lnTo>
                  <a:lnTo>
                    <a:pt x="16678" y="8282"/>
                  </a:lnTo>
                  <a:cubicBezTo>
                    <a:pt x="16646" y="8043"/>
                    <a:pt x="16448" y="7855"/>
                    <a:pt x="16200" y="7855"/>
                  </a:cubicBezTo>
                  <a:lnTo>
                    <a:pt x="12764" y="7855"/>
                  </a:lnTo>
                  <a:lnTo>
                    <a:pt x="12764" y="6873"/>
                  </a:lnTo>
                  <a:cubicBezTo>
                    <a:pt x="12764" y="4704"/>
                    <a:pt x="11005" y="2945"/>
                    <a:pt x="8836" y="2945"/>
                  </a:cubicBezTo>
                  <a:cubicBezTo>
                    <a:pt x="6668" y="2945"/>
                    <a:pt x="4909" y="4704"/>
                    <a:pt x="4909" y="6873"/>
                  </a:cubicBezTo>
                  <a:lnTo>
                    <a:pt x="4909" y="7855"/>
                  </a:lnTo>
                  <a:lnTo>
                    <a:pt x="1473" y="7855"/>
                  </a:lnTo>
                  <a:cubicBezTo>
                    <a:pt x="1224" y="7855"/>
                    <a:pt x="1027" y="8043"/>
                    <a:pt x="995" y="8282"/>
                  </a:cubicBezTo>
                  <a:lnTo>
                    <a:pt x="986" y="8281"/>
                  </a:lnTo>
                  <a:lnTo>
                    <a:pt x="4" y="21044"/>
                  </a:lnTo>
                  <a:lnTo>
                    <a:pt x="13" y="21045"/>
                  </a:lnTo>
                  <a:cubicBezTo>
                    <a:pt x="10" y="21067"/>
                    <a:pt x="0" y="21087"/>
                    <a:pt x="0" y="21109"/>
                  </a:cubicBezTo>
                  <a:cubicBezTo>
                    <a:pt x="0" y="21381"/>
                    <a:pt x="220" y="21600"/>
                    <a:pt x="491" y="21600"/>
                  </a:cubicBezTo>
                  <a:lnTo>
                    <a:pt x="17182" y="21600"/>
                  </a:lnTo>
                  <a:cubicBezTo>
                    <a:pt x="17453" y="21600"/>
                    <a:pt x="17673" y="21381"/>
                    <a:pt x="17673" y="21109"/>
                  </a:cubicBezTo>
                  <a:cubicBezTo>
                    <a:pt x="17673" y="21087"/>
                    <a:pt x="17663" y="21067"/>
                    <a:pt x="17660" y="21045"/>
                  </a:cubicBezTo>
                  <a:cubicBezTo>
                    <a:pt x="17660" y="21045"/>
                    <a:pt x="17668" y="21044"/>
                    <a:pt x="17668" y="21044"/>
                  </a:cubicBezTo>
                  <a:close/>
                </a:path>
              </a:pathLst>
            </a:custGeom>
            <a:solidFill>
              <a:schemeClr val="accent2"/>
            </a:solidFill>
            <a:ln w="12700">
              <a:miter lim="400000"/>
            </a:ln>
          </p:spPr>
          <p:txBody>
            <a:bodyPr lIns="19045" tIns="19045" rIns="19045" bIns="19045" anchor="ct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微软雅黑 Light" panose="020B0502040204020203" pitchFamily="34" charset="-122"/>
                <a:ea typeface="微软雅黑 Light" panose="020B0502040204020203" pitchFamily="34" charset="-122"/>
                <a:cs typeface="Gill Sans"/>
                <a:sym typeface="Gill Sans"/>
              </a:endParaRPr>
            </a:p>
          </p:txBody>
        </p:sp>
        <p:sp>
          <p:nvSpPr>
            <p:cNvPr id="22" name="Shape 2817"/>
            <p:cNvSpPr/>
            <p:nvPr/>
          </p:nvSpPr>
          <p:spPr>
            <a:xfrm>
              <a:off x="7278841" y="3841449"/>
              <a:ext cx="543759" cy="444894"/>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982" y="9600"/>
                  </a:lnTo>
                  <a:lnTo>
                    <a:pt x="982" y="8400"/>
                  </a:lnTo>
                  <a:lnTo>
                    <a:pt x="20618" y="8400"/>
                  </a:lnTo>
                  <a:cubicBezTo>
                    <a:pt x="20618" y="8400"/>
                    <a:pt x="20618" y="9600"/>
                    <a:pt x="20618" y="9600"/>
                  </a:cubicBezTo>
                  <a:close/>
                  <a:moveTo>
                    <a:pt x="19006" y="13200"/>
                  </a:moveTo>
                  <a:lnTo>
                    <a:pt x="15735" y="13200"/>
                  </a:lnTo>
                  <a:lnTo>
                    <a:pt x="16045" y="10800"/>
                  </a:lnTo>
                  <a:lnTo>
                    <a:pt x="19419" y="10800"/>
                  </a:lnTo>
                  <a:cubicBezTo>
                    <a:pt x="19419" y="10800"/>
                    <a:pt x="19006" y="13200"/>
                    <a:pt x="19006" y="13200"/>
                  </a:cubicBezTo>
                  <a:close/>
                  <a:moveTo>
                    <a:pt x="18386" y="16800"/>
                  </a:moveTo>
                  <a:lnTo>
                    <a:pt x="15270" y="16800"/>
                  </a:lnTo>
                  <a:lnTo>
                    <a:pt x="15580" y="14400"/>
                  </a:lnTo>
                  <a:lnTo>
                    <a:pt x="18799" y="14400"/>
                  </a:lnTo>
                  <a:cubicBezTo>
                    <a:pt x="18799" y="14400"/>
                    <a:pt x="18386" y="16800"/>
                    <a:pt x="18386" y="16800"/>
                  </a:cubicBezTo>
                  <a:close/>
                  <a:moveTo>
                    <a:pt x="17766" y="20400"/>
                  </a:moveTo>
                  <a:lnTo>
                    <a:pt x="14805" y="20400"/>
                  </a:lnTo>
                  <a:lnTo>
                    <a:pt x="15115" y="18000"/>
                  </a:lnTo>
                  <a:lnTo>
                    <a:pt x="18179" y="18000"/>
                  </a:lnTo>
                  <a:cubicBezTo>
                    <a:pt x="18179" y="18000"/>
                    <a:pt x="17766" y="20400"/>
                    <a:pt x="17766" y="20400"/>
                  </a:cubicBezTo>
                  <a:close/>
                  <a:moveTo>
                    <a:pt x="11291" y="13200"/>
                  </a:moveTo>
                  <a:lnTo>
                    <a:pt x="11291" y="10800"/>
                  </a:lnTo>
                  <a:lnTo>
                    <a:pt x="15063" y="10800"/>
                  </a:lnTo>
                  <a:lnTo>
                    <a:pt x="14753" y="13200"/>
                  </a:lnTo>
                  <a:cubicBezTo>
                    <a:pt x="14753" y="13200"/>
                    <a:pt x="11291" y="13200"/>
                    <a:pt x="11291" y="13200"/>
                  </a:cubicBezTo>
                  <a:close/>
                  <a:moveTo>
                    <a:pt x="14289" y="16800"/>
                  </a:moveTo>
                  <a:lnTo>
                    <a:pt x="11291" y="16800"/>
                  </a:lnTo>
                  <a:lnTo>
                    <a:pt x="11291" y="14400"/>
                  </a:lnTo>
                  <a:lnTo>
                    <a:pt x="14598" y="14400"/>
                  </a:lnTo>
                  <a:cubicBezTo>
                    <a:pt x="14598" y="14400"/>
                    <a:pt x="14289" y="16800"/>
                    <a:pt x="14289" y="16800"/>
                  </a:cubicBezTo>
                  <a:close/>
                  <a:moveTo>
                    <a:pt x="13823" y="20400"/>
                  </a:moveTo>
                  <a:lnTo>
                    <a:pt x="11291" y="20400"/>
                  </a:lnTo>
                  <a:lnTo>
                    <a:pt x="11291" y="18000"/>
                  </a:lnTo>
                  <a:lnTo>
                    <a:pt x="14133" y="18000"/>
                  </a:lnTo>
                  <a:cubicBezTo>
                    <a:pt x="14133" y="18000"/>
                    <a:pt x="13823" y="20400"/>
                    <a:pt x="13823" y="20400"/>
                  </a:cubicBezTo>
                  <a:close/>
                  <a:moveTo>
                    <a:pt x="10309" y="13200"/>
                  </a:moveTo>
                  <a:lnTo>
                    <a:pt x="6847" y="13200"/>
                  </a:lnTo>
                  <a:lnTo>
                    <a:pt x="6537" y="10800"/>
                  </a:lnTo>
                  <a:lnTo>
                    <a:pt x="10309" y="10800"/>
                  </a:lnTo>
                  <a:cubicBezTo>
                    <a:pt x="10309" y="10800"/>
                    <a:pt x="10309" y="13200"/>
                    <a:pt x="10309" y="13200"/>
                  </a:cubicBezTo>
                  <a:close/>
                  <a:moveTo>
                    <a:pt x="10309" y="16800"/>
                  </a:moveTo>
                  <a:lnTo>
                    <a:pt x="7311" y="16800"/>
                  </a:lnTo>
                  <a:lnTo>
                    <a:pt x="7002" y="14400"/>
                  </a:lnTo>
                  <a:lnTo>
                    <a:pt x="10309" y="14400"/>
                  </a:lnTo>
                  <a:cubicBezTo>
                    <a:pt x="10309" y="14400"/>
                    <a:pt x="10309" y="16800"/>
                    <a:pt x="10309" y="16800"/>
                  </a:cubicBezTo>
                  <a:close/>
                  <a:moveTo>
                    <a:pt x="10309" y="20400"/>
                  </a:moveTo>
                  <a:lnTo>
                    <a:pt x="7777" y="20400"/>
                  </a:lnTo>
                  <a:lnTo>
                    <a:pt x="7467" y="18000"/>
                  </a:lnTo>
                  <a:lnTo>
                    <a:pt x="10309" y="18000"/>
                  </a:lnTo>
                  <a:cubicBezTo>
                    <a:pt x="10309" y="18000"/>
                    <a:pt x="10309" y="20400"/>
                    <a:pt x="10309" y="20400"/>
                  </a:cubicBezTo>
                  <a:close/>
                  <a:moveTo>
                    <a:pt x="3834" y="20400"/>
                  </a:moveTo>
                  <a:lnTo>
                    <a:pt x="3421" y="18000"/>
                  </a:lnTo>
                  <a:lnTo>
                    <a:pt x="6485" y="18000"/>
                  </a:lnTo>
                  <a:lnTo>
                    <a:pt x="6795" y="20400"/>
                  </a:lnTo>
                  <a:cubicBezTo>
                    <a:pt x="6795" y="20400"/>
                    <a:pt x="3834" y="20400"/>
                    <a:pt x="3834" y="20400"/>
                  </a:cubicBezTo>
                  <a:close/>
                  <a:moveTo>
                    <a:pt x="2801" y="14400"/>
                  </a:moveTo>
                  <a:lnTo>
                    <a:pt x="6020" y="14400"/>
                  </a:lnTo>
                  <a:lnTo>
                    <a:pt x="6330" y="16800"/>
                  </a:lnTo>
                  <a:lnTo>
                    <a:pt x="3214" y="16800"/>
                  </a:lnTo>
                  <a:cubicBezTo>
                    <a:pt x="3214" y="16800"/>
                    <a:pt x="2801" y="14400"/>
                    <a:pt x="2801" y="14400"/>
                  </a:cubicBezTo>
                  <a:close/>
                  <a:moveTo>
                    <a:pt x="2181" y="10800"/>
                  </a:moveTo>
                  <a:lnTo>
                    <a:pt x="5555" y="10800"/>
                  </a:lnTo>
                  <a:lnTo>
                    <a:pt x="5865" y="13200"/>
                  </a:lnTo>
                  <a:lnTo>
                    <a:pt x="2594" y="13200"/>
                  </a:lnTo>
                  <a:cubicBezTo>
                    <a:pt x="2594" y="13200"/>
                    <a:pt x="2181" y="10800"/>
                    <a:pt x="2181" y="10800"/>
                  </a:cubicBezTo>
                  <a:close/>
                  <a:moveTo>
                    <a:pt x="10800" y="1320"/>
                  </a:moveTo>
                  <a:lnTo>
                    <a:pt x="17616" y="7200"/>
                  </a:lnTo>
                  <a:lnTo>
                    <a:pt x="3984" y="7200"/>
                  </a:lnTo>
                  <a:cubicBezTo>
                    <a:pt x="3984" y="7200"/>
                    <a:pt x="10800" y="1320"/>
                    <a:pt x="10800" y="1320"/>
                  </a:cubicBezTo>
                  <a:close/>
                  <a:moveTo>
                    <a:pt x="20618" y="7200"/>
                  </a:moveTo>
                  <a:lnTo>
                    <a:pt x="19284" y="7200"/>
                  </a:lnTo>
                  <a:lnTo>
                    <a:pt x="11157" y="188"/>
                  </a:lnTo>
                  <a:lnTo>
                    <a:pt x="11155" y="190"/>
                  </a:lnTo>
                  <a:cubicBezTo>
                    <a:pt x="11066" y="74"/>
                    <a:pt x="10941" y="0"/>
                    <a:pt x="10800" y="0"/>
                  </a:cubicBezTo>
                  <a:cubicBezTo>
                    <a:pt x="10659" y="0"/>
                    <a:pt x="10534" y="74"/>
                    <a:pt x="10445" y="190"/>
                  </a:cubicBezTo>
                  <a:lnTo>
                    <a:pt x="10443" y="188"/>
                  </a:lnTo>
                  <a:lnTo>
                    <a:pt x="2316" y="7200"/>
                  </a:lnTo>
                  <a:lnTo>
                    <a:pt x="982" y="7200"/>
                  </a:lnTo>
                  <a:cubicBezTo>
                    <a:pt x="439" y="7200"/>
                    <a:pt x="0" y="7738"/>
                    <a:pt x="0" y="8400"/>
                  </a:cubicBezTo>
                  <a:lnTo>
                    <a:pt x="0" y="9600"/>
                  </a:lnTo>
                  <a:cubicBezTo>
                    <a:pt x="0" y="10262"/>
                    <a:pt x="439" y="10800"/>
                    <a:pt x="982" y="10800"/>
                  </a:cubicBezTo>
                  <a:lnTo>
                    <a:pt x="1178" y="10800"/>
                  </a:lnTo>
                  <a:lnTo>
                    <a:pt x="2960" y="21145"/>
                  </a:lnTo>
                  <a:lnTo>
                    <a:pt x="2969" y="21143"/>
                  </a:lnTo>
                  <a:cubicBezTo>
                    <a:pt x="3023" y="21403"/>
                    <a:pt x="3207" y="21600"/>
                    <a:pt x="3436" y="21600"/>
                  </a:cubicBezTo>
                  <a:lnTo>
                    <a:pt x="18164" y="21600"/>
                  </a:lnTo>
                  <a:cubicBezTo>
                    <a:pt x="18393" y="21600"/>
                    <a:pt x="18577" y="21403"/>
                    <a:pt x="18631" y="21143"/>
                  </a:cubicBezTo>
                  <a:lnTo>
                    <a:pt x="18640" y="21145"/>
                  </a:lnTo>
                  <a:lnTo>
                    <a:pt x="20422" y="10800"/>
                  </a:lnTo>
                  <a:lnTo>
                    <a:pt x="20618" y="10800"/>
                  </a:lnTo>
                  <a:cubicBezTo>
                    <a:pt x="21160" y="10800"/>
                    <a:pt x="21600" y="10262"/>
                    <a:pt x="21600" y="9600"/>
                  </a:cubicBezTo>
                  <a:lnTo>
                    <a:pt x="21600" y="8400"/>
                  </a:lnTo>
                  <a:cubicBezTo>
                    <a:pt x="21600" y="7738"/>
                    <a:pt x="21160" y="7200"/>
                    <a:pt x="20618" y="7200"/>
                  </a:cubicBezTo>
                </a:path>
              </a:pathLst>
            </a:custGeom>
            <a:solidFill>
              <a:schemeClr val="accent2"/>
            </a:solidFill>
            <a:ln w="12700">
              <a:miter lim="400000"/>
            </a:ln>
          </p:spPr>
          <p:txBody>
            <a:bodyPr lIns="19045" tIns="19045" rIns="19045" bIns="19045" anchor="ct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微软雅黑 Light" panose="020B0502040204020203" pitchFamily="34" charset="-122"/>
                <a:ea typeface="微软雅黑 Light" panose="020B0502040204020203" pitchFamily="34" charset="-122"/>
                <a:cs typeface="Gill Sans"/>
                <a:sym typeface="Gill Sans"/>
              </a:endParaRPr>
            </a:p>
          </p:txBody>
        </p:sp>
        <p:sp>
          <p:nvSpPr>
            <p:cNvPr id="23" name="Shape 2826"/>
            <p:cNvSpPr/>
            <p:nvPr/>
          </p:nvSpPr>
          <p:spPr>
            <a:xfrm>
              <a:off x="4422949" y="3841449"/>
              <a:ext cx="543759" cy="444894"/>
            </a:xfrm>
            <a:custGeom>
              <a:avLst/>
              <a:gdLst/>
              <a:ahLst/>
              <a:cxnLst>
                <a:cxn ang="0">
                  <a:pos x="wd2" y="hd2"/>
                </a:cxn>
                <a:cxn ang="5400000">
                  <a:pos x="wd2" y="hd2"/>
                </a:cxn>
                <a:cxn ang="10800000">
                  <a:pos x="wd2" y="hd2"/>
                </a:cxn>
                <a:cxn ang="16200000">
                  <a:pos x="wd2" y="hd2"/>
                </a:cxn>
              </a:cxnLst>
              <a:rect l="0" t="0" r="r" b="b"/>
              <a:pathLst>
                <a:path w="21600" h="21600" extrusionOk="0">
                  <a:moveTo>
                    <a:pt x="10309" y="7214"/>
                  </a:moveTo>
                  <a:lnTo>
                    <a:pt x="9327" y="7214"/>
                  </a:lnTo>
                  <a:cubicBezTo>
                    <a:pt x="9056" y="7214"/>
                    <a:pt x="8836" y="7482"/>
                    <a:pt x="8836" y="7813"/>
                  </a:cubicBezTo>
                  <a:cubicBezTo>
                    <a:pt x="8836" y="8145"/>
                    <a:pt x="9056" y="8413"/>
                    <a:pt x="9327" y="8413"/>
                  </a:cubicBezTo>
                  <a:lnTo>
                    <a:pt x="10309" y="8413"/>
                  </a:lnTo>
                  <a:cubicBezTo>
                    <a:pt x="10580" y="8413"/>
                    <a:pt x="10800" y="8145"/>
                    <a:pt x="10800" y="7813"/>
                  </a:cubicBezTo>
                  <a:cubicBezTo>
                    <a:pt x="10800" y="7482"/>
                    <a:pt x="10580" y="7214"/>
                    <a:pt x="10309" y="7214"/>
                  </a:cubicBezTo>
                  <a:moveTo>
                    <a:pt x="7364" y="7214"/>
                  </a:moveTo>
                  <a:lnTo>
                    <a:pt x="6382" y="7214"/>
                  </a:lnTo>
                  <a:cubicBezTo>
                    <a:pt x="6110" y="7214"/>
                    <a:pt x="5891" y="7482"/>
                    <a:pt x="5891" y="7813"/>
                  </a:cubicBezTo>
                  <a:cubicBezTo>
                    <a:pt x="5891" y="8145"/>
                    <a:pt x="6110" y="8413"/>
                    <a:pt x="6382" y="8413"/>
                  </a:cubicBezTo>
                  <a:lnTo>
                    <a:pt x="7364" y="8413"/>
                  </a:lnTo>
                  <a:cubicBezTo>
                    <a:pt x="7635" y="8413"/>
                    <a:pt x="7855" y="8145"/>
                    <a:pt x="7855" y="7813"/>
                  </a:cubicBezTo>
                  <a:cubicBezTo>
                    <a:pt x="7855" y="7482"/>
                    <a:pt x="7635" y="7214"/>
                    <a:pt x="7364" y="7214"/>
                  </a:cubicBezTo>
                  <a:moveTo>
                    <a:pt x="10309" y="18004"/>
                  </a:moveTo>
                  <a:lnTo>
                    <a:pt x="9327" y="18004"/>
                  </a:lnTo>
                  <a:cubicBezTo>
                    <a:pt x="9056" y="18004"/>
                    <a:pt x="8836" y="18272"/>
                    <a:pt x="8836" y="18603"/>
                  </a:cubicBezTo>
                  <a:cubicBezTo>
                    <a:pt x="8836" y="18935"/>
                    <a:pt x="9056" y="19202"/>
                    <a:pt x="9327" y="19202"/>
                  </a:cubicBezTo>
                  <a:lnTo>
                    <a:pt x="10309" y="19202"/>
                  </a:lnTo>
                  <a:cubicBezTo>
                    <a:pt x="10580" y="19202"/>
                    <a:pt x="10800" y="18935"/>
                    <a:pt x="10800" y="18603"/>
                  </a:cubicBezTo>
                  <a:cubicBezTo>
                    <a:pt x="10800" y="18272"/>
                    <a:pt x="10580" y="18004"/>
                    <a:pt x="10309" y="18004"/>
                  </a:cubicBezTo>
                  <a:moveTo>
                    <a:pt x="13255" y="18004"/>
                  </a:moveTo>
                  <a:lnTo>
                    <a:pt x="12273" y="18004"/>
                  </a:lnTo>
                  <a:cubicBezTo>
                    <a:pt x="12001" y="18004"/>
                    <a:pt x="11782" y="18272"/>
                    <a:pt x="11782" y="18603"/>
                  </a:cubicBezTo>
                  <a:cubicBezTo>
                    <a:pt x="11782" y="18935"/>
                    <a:pt x="12001" y="19202"/>
                    <a:pt x="12273" y="19202"/>
                  </a:cubicBezTo>
                  <a:lnTo>
                    <a:pt x="13255" y="19202"/>
                  </a:lnTo>
                  <a:cubicBezTo>
                    <a:pt x="13526" y="19202"/>
                    <a:pt x="13745" y="18935"/>
                    <a:pt x="13745" y="18603"/>
                  </a:cubicBezTo>
                  <a:cubicBezTo>
                    <a:pt x="13745" y="18272"/>
                    <a:pt x="13526" y="18004"/>
                    <a:pt x="13255" y="18004"/>
                  </a:cubicBezTo>
                  <a:moveTo>
                    <a:pt x="20618" y="14407"/>
                  </a:moveTo>
                  <a:cubicBezTo>
                    <a:pt x="20618" y="15069"/>
                    <a:pt x="20178" y="15606"/>
                    <a:pt x="19636" y="15606"/>
                  </a:cubicBezTo>
                  <a:lnTo>
                    <a:pt x="16691" y="15606"/>
                  </a:lnTo>
                  <a:cubicBezTo>
                    <a:pt x="16148" y="15606"/>
                    <a:pt x="15709" y="15069"/>
                    <a:pt x="15709" y="14407"/>
                  </a:cubicBezTo>
                  <a:lnTo>
                    <a:pt x="15709" y="12009"/>
                  </a:lnTo>
                  <a:cubicBezTo>
                    <a:pt x="15709" y="11348"/>
                    <a:pt x="16148" y="10811"/>
                    <a:pt x="16691" y="10811"/>
                  </a:cubicBezTo>
                  <a:lnTo>
                    <a:pt x="19636" y="10811"/>
                  </a:lnTo>
                  <a:cubicBezTo>
                    <a:pt x="20178" y="10811"/>
                    <a:pt x="20618" y="11348"/>
                    <a:pt x="20618" y="12009"/>
                  </a:cubicBezTo>
                  <a:cubicBezTo>
                    <a:pt x="20618" y="12009"/>
                    <a:pt x="20618" y="14407"/>
                    <a:pt x="20618" y="14407"/>
                  </a:cubicBezTo>
                  <a:close/>
                  <a:moveTo>
                    <a:pt x="18655" y="19202"/>
                  </a:moveTo>
                  <a:cubicBezTo>
                    <a:pt x="18655" y="19864"/>
                    <a:pt x="18214" y="20401"/>
                    <a:pt x="17673" y="20401"/>
                  </a:cubicBezTo>
                  <a:lnTo>
                    <a:pt x="1964" y="20401"/>
                  </a:lnTo>
                  <a:cubicBezTo>
                    <a:pt x="1421" y="20401"/>
                    <a:pt x="982" y="19864"/>
                    <a:pt x="982" y="19202"/>
                  </a:cubicBezTo>
                  <a:lnTo>
                    <a:pt x="982" y="7214"/>
                  </a:lnTo>
                  <a:cubicBezTo>
                    <a:pt x="982" y="6553"/>
                    <a:pt x="1421" y="6015"/>
                    <a:pt x="1964" y="6015"/>
                  </a:cubicBezTo>
                  <a:lnTo>
                    <a:pt x="17673" y="6015"/>
                  </a:lnTo>
                  <a:cubicBezTo>
                    <a:pt x="18214" y="6015"/>
                    <a:pt x="18655" y="6553"/>
                    <a:pt x="18655" y="7214"/>
                  </a:cubicBezTo>
                  <a:lnTo>
                    <a:pt x="18655" y="9612"/>
                  </a:lnTo>
                  <a:lnTo>
                    <a:pt x="16691" y="9612"/>
                  </a:lnTo>
                  <a:cubicBezTo>
                    <a:pt x="15606" y="9612"/>
                    <a:pt x="14727" y="10685"/>
                    <a:pt x="14727" y="12009"/>
                  </a:cubicBezTo>
                  <a:lnTo>
                    <a:pt x="14727" y="14407"/>
                  </a:lnTo>
                  <a:cubicBezTo>
                    <a:pt x="14727" y="15731"/>
                    <a:pt x="15606" y="16805"/>
                    <a:pt x="16691" y="16805"/>
                  </a:cubicBezTo>
                  <a:lnTo>
                    <a:pt x="18655" y="16805"/>
                  </a:lnTo>
                  <a:cubicBezTo>
                    <a:pt x="18655" y="16805"/>
                    <a:pt x="18655" y="19202"/>
                    <a:pt x="18655" y="19202"/>
                  </a:cubicBezTo>
                  <a:close/>
                  <a:moveTo>
                    <a:pt x="982" y="4816"/>
                  </a:moveTo>
                  <a:cubicBezTo>
                    <a:pt x="982" y="4155"/>
                    <a:pt x="1420" y="3618"/>
                    <a:pt x="1963" y="3618"/>
                  </a:cubicBezTo>
                  <a:lnTo>
                    <a:pt x="1692" y="4850"/>
                  </a:lnTo>
                  <a:cubicBezTo>
                    <a:pt x="1436" y="4894"/>
                    <a:pt x="1197" y="4996"/>
                    <a:pt x="982" y="5149"/>
                  </a:cubicBezTo>
                  <a:cubicBezTo>
                    <a:pt x="982" y="5149"/>
                    <a:pt x="982" y="4816"/>
                    <a:pt x="982" y="4816"/>
                  </a:cubicBezTo>
                  <a:close/>
                  <a:moveTo>
                    <a:pt x="3451" y="1468"/>
                  </a:moveTo>
                  <a:lnTo>
                    <a:pt x="13684" y="4816"/>
                  </a:lnTo>
                  <a:lnTo>
                    <a:pt x="2716" y="4816"/>
                  </a:lnTo>
                  <a:cubicBezTo>
                    <a:pt x="2716" y="4816"/>
                    <a:pt x="3451" y="1468"/>
                    <a:pt x="3451" y="1468"/>
                  </a:cubicBezTo>
                  <a:close/>
                  <a:moveTo>
                    <a:pt x="16776" y="2582"/>
                  </a:moveTo>
                  <a:lnTo>
                    <a:pt x="16982" y="4654"/>
                  </a:lnTo>
                  <a:lnTo>
                    <a:pt x="12560" y="3208"/>
                  </a:lnTo>
                  <a:cubicBezTo>
                    <a:pt x="12560" y="3208"/>
                    <a:pt x="16776" y="2582"/>
                    <a:pt x="16776" y="2582"/>
                  </a:cubicBezTo>
                  <a:close/>
                  <a:moveTo>
                    <a:pt x="18655" y="4816"/>
                  </a:moveTo>
                  <a:lnTo>
                    <a:pt x="18655" y="5149"/>
                  </a:lnTo>
                  <a:cubicBezTo>
                    <a:pt x="18453" y="5005"/>
                    <a:pt x="18231" y="4904"/>
                    <a:pt x="17992" y="4856"/>
                  </a:cubicBezTo>
                  <a:lnTo>
                    <a:pt x="17871" y="3642"/>
                  </a:lnTo>
                  <a:cubicBezTo>
                    <a:pt x="18318" y="3754"/>
                    <a:pt x="18655" y="4237"/>
                    <a:pt x="18655" y="4816"/>
                  </a:cubicBezTo>
                  <a:moveTo>
                    <a:pt x="19636" y="9612"/>
                  </a:moveTo>
                  <a:lnTo>
                    <a:pt x="19636" y="4816"/>
                  </a:lnTo>
                  <a:cubicBezTo>
                    <a:pt x="19636" y="3525"/>
                    <a:pt x="18798" y="2479"/>
                    <a:pt x="17750" y="2428"/>
                  </a:cubicBezTo>
                  <a:lnTo>
                    <a:pt x="17633" y="1247"/>
                  </a:lnTo>
                  <a:lnTo>
                    <a:pt x="10020" y="2377"/>
                  </a:lnTo>
                  <a:lnTo>
                    <a:pt x="2757" y="0"/>
                  </a:lnTo>
                  <a:lnTo>
                    <a:pt x="2226" y="2419"/>
                  </a:lnTo>
                  <a:lnTo>
                    <a:pt x="1964" y="2419"/>
                  </a:lnTo>
                  <a:cubicBezTo>
                    <a:pt x="879" y="2419"/>
                    <a:pt x="0" y="3492"/>
                    <a:pt x="0" y="4816"/>
                  </a:cubicBezTo>
                  <a:lnTo>
                    <a:pt x="0" y="19202"/>
                  </a:lnTo>
                  <a:cubicBezTo>
                    <a:pt x="0" y="20526"/>
                    <a:pt x="879" y="21600"/>
                    <a:pt x="1964" y="21600"/>
                  </a:cubicBezTo>
                  <a:lnTo>
                    <a:pt x="17673" y="21600"/>
                  </a:lnTo>
                  <a:cubicBezTo>
                    <a:pt x="18757" y="21600"/>
                    <a:pt x="19636" y="20526"/>
                    <a:pt x="19636" y="19202"/>
                  </a:cubicBezTo>
                  <a:lnTo>
                    <a:pt x="19636" y="16805"/>
                  </a:lnTo>
                  <a:cubicBezTo>
                    <a:pt x="20721" y="16805"/>
                    <a:pt x="21600" y="15731"/>
                    <a:pt x="21600" y="14407"/>
                  </a:cubicBezTo>
                  <a:lnTo>
                    <a:pt x="21600" y="12009"/>
                  </a:lnTo>
                  <a:cubicBezTo>
                    <a:pt x="21600" y="10685"/>
                    <a:pt x="20721" y="9612"/>
                    <a:pt x="19636" y="9612"/>
                  </a:cubicBezTo>
                  <a:moveTo>
                    <a:pt x="13255" y="7214"/>
                  </a:moveTo>
                  <a:lnTo>
                    <a:pt x="12273" y="7214"/>
                  </a:lnTo>
                  <a:cubicBezTo>
                    <a:pt x="12001" y="7214"/>
                    <a:pt x="11782" y="7482"/>
                    <a:pt x="11782" y="7813"/>
                  </a:cubicBezTo>
                  <a:cubicBezTo>
                    <a:pt x="11782" y="8145"/>
                    <a:pt x="12001" y="8413"/>
                    <a:pt x="12273" y="8413"/>
                  </a:cubicBezTo>
                  <a:lnTo>
                    <a:pt x="13255" y="8413"/>
                  </a:lnTo>
                  <a:cubicBezTo>
                    <a:pt x="13526" y="8413"/>
                    <a:pt x="13745" y="8145"/>
                    <a:pt x="13745" y="7813"/>
                  </a:cubicBezTo>
                  <a:cubicBezTo>
                    <a:pt x="13745" y="7482"/>
                    <a:pt x="13526" y="7214"/>
                    <a:pt x="13255" y="7214"/>
                  </a:cubicBezTo>
                  <a:moveTo>
                    <a:pt x="16200" y="18004"/>
                  </a:moveTo>
                  <a:lnTo>
                    <a:pt x="15218" y="18004"/>
                  </a:lnTo>
                  <a:cubicBezTo>
                    <a:pt x="14947" y="18004"/>
                    <a:pt x="14727" y="18272"/>
                    <a:pt x="14727" y="18603"/>
                  </a:cubicBezTo>
                  <a:cubicBezTo>
                    <a:pt x="14727" y="18935"/>
                    <a:pt x="14947" y="19202"/>
                    <a:pt x="15218" y="19202"/>
                  </a:cubicBezTo>
                  <a:lnTo>
                    <a:pt x="16200" y="19202"/>
                  </a:lnTo>
                  <a:cubicBezTo>
                    <a:pt x="16471" y="19202"/>
                    <a:pt x="16691" y="18935"/>
                    <a:pt x="16691" y="18603"/>
                  </a:cubicBezTo>
                  <a:cubicBezTo>
                    <a:pt x="16691" y="18272"/>
                    <a:pt x="16471" y="18004"/>
                    <a:pt x="16200" y="18004"/>
                  </a:cubicBezTo>
                  <a:moveTo>
                    <a:pt x="17182" y="12609"/>
                  </a:moveTo>
                  <a:cubicBezTo>
                    <a:pt x="16910" y="12609"/>
                    <a:pt x="16691" y="12877"/>
                    <a:pt x="16691" y="13208"/>
                  </a:cubicBezTo>
                  <a:cubicBezTo>
                    <a:pt x="16691" y="13540"/>
                    <a:pt x="16910" y="13808"/>
                    <a:pt x="17182" y="13808"/>
                  </a:cubicBezTo>
                  <a:cubicBezTo>
                    <a:pt x="17453" y="13808"/>
                    <a:pt x="17673" y="13540"/>
                    <a:pt x="17673" y="13208"/>
                  </a:cubicBezTo>
                  <a:cubicBezTo>
                    <a:pt x="17673" y="12877"/>
                    <a:pt x="17453" y="12609"/>
                    <a:pt x="17182" y="12609"/>
                  </a:cubicBezTo>
                  <a:moveTo>
                    <a:pt x="4418" y="7214"/>
                  </a:moveTo>
                  <a:lnTo>
                    <a:pt x="3436" y="7214"/>
                  </a:lnTo>
                  <a:cubicBezTo>
                    <a:pt x="3165" y="7214"/>
                    <a:pt x="2945" y="7482"/>
                    <a:pt x="2945" y="7813"/>
                  </a:cubicBezTo>
                  <a:cubicBezTo>
                    <a:pt x="2945" y="8145"/>
                    <a:pt x="3165" y="8413"/>
                    <a:pt x="3436" y="8413"/>
                  </a:cubicBezTo>
                  <a:lnTo>
                    <a:pt x="4418" y="8413"/>
                  </a:lnTo>
                  <a:cubicBezTo>
                    <a:pt x="4690" y="8413"/>
                    <a:pt x="4909" y="8145"/>
                    <a:pt x="4909" y="7813"/>
                  </a:cubicBezTo>
                  <a:cubicBezTo>
                    <a:pt x="4909" y="7482"/>
                    <a:pt x="4690" y="7214"/>
                    <a:pt x="4418" y="7214"/>
                  </a:cubicBezTo>
                  <a:moveTo>
                    <a:pt x="15218" y="8413"/>
                  </a:moveTo>
                  <a:lnTo>
                    <a:pt x="16200" y="8413"/>
                  </a:lnTo>
                  <a:cubicBezTo>
                    <a:pt x="16471" y="8413"/>
                    <a:pt x="16691" y="8145"/>
                    <a:pt x="16691" y="7813"/>
                  </a:cubicBezTo>
                  <a:cubicBezTo>
                    <a:pt x="16691" y="7482"/>
                    <a:pt x="16471" y="7214"/>
                    <a:pt x="16200" y="7214"/>
                  </a:cubicBezTo>
                  <a:lnTo>
                    <a:pt x="15218" y="7214"/>
                  </a:lnTo>
                  <a:cubicBezTo>
                    <a:pt x="14947" y="7214"/>
                    <a:pt x="14727" y="7482"/>
                    <a:pt x="14727" y="7813"/>
                  </a:cubicBezTo>
                  <a:cubicBezTo>
                    <a:pt x="14727" y="8145"/>
                    <a:pt x="14947" y="8413"/>
                    <a:pt x="15218" y="8413"/>
                  </a:cubicBezTo>
                  <a:moveTo>
                    <a:pt x="7364" y="18004"/>
                  </a:moveTo>
                  <a:lnTo>
                    <a:pt x="6382" y="18004"/>
                  </a:lnTo>
                  <a:cubicBezTo>
                    <a:pt x="6110" y="18004"/>
                    <a:pt x="5891" y="18272"/>
                    <a:pt x="5891" y="18603"/>
                  </a:cubicBezTo>
                  <a:cubicBezTo>
                    <a:pt x="5891" y="18935"/>
                    <a:pt x="6110" y="19202"/>
                    <a:pt x="6382" y="19202"/>
                  </a:cubicBezTo>
                  <a:lnTo>
                    <a:pt x="7364" y="19202"/>
                  </a:lnTo>
                  <a:cubicBezTo>
                    <a:pt x="7635" y="19202"/>
                    <a:pt x="7855" y="18935"/>
                    <a:pt x="7855" y="18603"/>
                  </a:cubicBezTo>
                  <a:cubicBezTo>
                    <a:pt x="7855" y="18272"/>
                    <a:pt x="7635" y="18004"/>
                    <a:pt x="7364" y="18004"/>
                  </a:cubicBezTo>
                  <a:moveTo>
                    <a:pt x="4418" y="18004"/>
                  </a:moveTo>
                  <a:lnTo>
                    <a:pt x="3436" y="18004"/>
                  </a:lnTo>
                  <a:cubicBezTo>
                    <a:pt x="3165" y="18004"/>
                    <a:pt x="2945" y="18272"/>
                    <a:pt x="2945" y="18603"/>
                  </a:cubicBezTo>
                  <a:cubicBezTo>
                    <a:pt x="2945" y="18935"/>
                    <a:pt x="3165" y="19202"/>
                    <a:pt x="3436" y="19202"/>
                  </a:cubicBezTo>
                  <a:lnTo>
                    <a:pt x="4418" y="19202"/>
                  </a:lnTo>
                  <a:cubicBezTo>
                    <a:pt x="4690" y="19202"/>
                    <a:pt x="4909" y="18935"/>
                    <a:pt x="4909" y="18603"/>
                  </a:cubicBezTo>
                  <a:cubicBezTo>
                    <a:pt x="4909" y="18272"/>
                    <a:pt x="4690" y="18004"/>
                    <a:pt x="4418" y="18004"/>
                  </a:cubicBezTo>
                </a:path>
              </a:pathLst>
            </a:custGeom>
            <a:solidFill>
              <a:schemeClr val="accent1"/>
            </a:solidFill>
            <a:ln w="12700">
              <a:miter lim="400000"/>
            </a:ln>
          </p:spPr>
          <p:txBody>
            <a:bodyPr lIns="19045" tIns="19045" rIns="19045" bIns="19045" anchor="ct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微软雅黑 Light" panose="020B0502040204020203" pitchFamily="34" charset="-122"/>
                <a:ea typeface="微软雅黑 Light" panose="020B0502040204020203" pitchFamily="34" charset="-122"/>
                <a:cs typeface="Gill Sans"/>
                <a:sym typeface="Gill Sans"/>
              </a:endParaRPr>
            </a:p>
          </p:txBody>
        </p:sp>
        <p:sp>
          <p:nvSpPr>
            <p:cNvPr id="24" name="Shape 2827"/>
            <p:cNvSpPr/>
            <p:nvPr/>
          </p:nvSpPr>
          <p:spPr>
            <a:xfrm>
              <a:off x="10229158" y="3742584"/>
              <a:ext cx="395461" cy="543759"/>
            </a:xfrm>
            <a:custGeom>
              <a:avLst/>
              <a:gdLst/>
              <a:ahLst/>
              <a:cxnLst>
                <a:cxn ang="0">
                  <a:pos x="wd2" y="hd2"/>
                </a:cxn>
                <a:cxn ang="5400000">
                  <a:pos x="wd2" y="hd2"/>
                </a:cxn>
                <a:cxn ang="10800000">
                  <a:pos x="wd2" y="hd2"/>
                </a:cxn>
                <a:cxn ang="16200000">
                  <a:pos x="wd2" y="hd2"/>
                </a:cxn>
              </a:cxnLst>
              <a:rect l="0" t="0" r="r" b="b"/>
              <a:pathLst>
                <a:path w="21600" h="21600" extrusionOk="0">
                  <a:moveTo>
                    <a:pt x="13500" y="9818"/>
                  </a:moveTo>
                  <a:lnTo>
                    <a:pt x="2700" y="9818"/>
                  </a:lnTo>
                  <a:lnTo>
                    <a:pt x="2700" y="10800"/>
                  </a:lnTo>
                  <a:lnTo>
                    <a:pt x="13500" y="10800"/>
                  </a:lnTo>
                  <a:cubicBezTo>
                    <a:pt x="13500" y="10800"/>
                    <a:pt x="13500" y="9818"/>
                    <a:pt x="13500" y="9818"/>
                  </a:cubicBezTo>
                  <a:close/>
                  <a:moveTo>
                    <a:pt x="18900" y="11782"/>
                  </a:moveTo>
                  <a:lnTo>
                    <a:pt x="2700" y="11782"/>
                  </a:lnTo>
                  <a:lnTo>
                    <a:pt x="2700" y="12764"/>
                  </a:lnTo>
                  <a:lnTo>
                    <a:pt x="18900" y="12764"/>
                  </a:lnTo>
                  <a:cubicBezTo>
                    <a:pt x="18900" y="12764"/>
                    <a:pt x="18900" y="11782"/>
                    <a:pt x="18900" y="11782"/>
                  </a:cubicBezTo>
                  <a:close/>
                  <a:moveTo>
                    <a:pt x="4050" y="1964"/>
                  </a:moveTo>
                  <a:lnTo>
                    <a:pt x="2700" y="1964"/>
                  </a:lnTo>
                  <a:lnTo>
                    <a:pt x="2700" y="7855"/>
                  </a:lnTo>
                  <a:lnTo>
                    <a:pt x="4050" y="7855"/>
                  </a:lnTo>
                  <a:cubicBezTo>
                    <a:pt x="4050" y="7855"/>
                    <a:pt x="4050" y="1964"/>
                    <a:pt x="4050" y="1964"/>
                  </a:cubicBezTo>
                  <a:close/>
                  <a:moveTo>
                    <a:pt x="18900" y="13745"/>
                  </a:moveTo>
                  <a:lnTo>
                    <a:pt x="2700" y="13745"/>
                  </a:lnTo>
                  <a:lnTo>
                    <a:pt x="2700" y="14727"/>
                  </a:lnTo>
                  <a:lnTo>
                    <a:pt x="18900" y="14727"/>
                  </a:lnTo>
                  <a:cubicBezTo>
                    <a:pt x="18900" y="14727"/>
                    <a:pt x="18900" y="13745"/>
                    <a:pt x="18900" y="13745"/>
                  </a:cubicBezTo>
                  <a:close/>
                  <a:moveTo>
                    <a:pt x="16200" y="15709"/>
                  </a:moveTo>
                  <a:lnTo>
                    <a:pt x="2700" y="15709"/>
                  </a:lnTo>
                  <a:lnTo>
                    <a:pt x="2700" y="16691"/>
                  </a:lnTo>
                  <a:lnTo>
                    <a:pt x="16200" y="16691"/>
                  </a:lnTo>
                  <a:cubicBezTo>
                    <a:pt x="16200" y="16691"/>
                    <a:pt x="16200" y="15709"/>
                    <a:pt x="16200" y="15709"/>
                  </a:cubicBezTo>
                  <a:close/>
                  <a:moveTo>
                    <a:pt x="20250" y="19924"/>
                  </a:moveTo>
                  <a:lnTo>
                    <a:pt x="18702" y="18798"/>
                  </a:lnTo>
                  <a:cubicBezTo>
                    <a:pt x="18580" y="18710"/>
                    <a:pt x="18412" y="18655"/>
                    <a:pt x="18225" y="18655"/>
                  </a:cubicBezTo>
                  <a:cubicBezTo>
                    <a:pt x="18039" y="18655"/>
                    <a:pt x="17870" y="18710"/>
                    <a:pt x="17748" y="18798"/>
                  </a:cubicBezTo>
                  <a:lnTo>
                    <a:pt x="15525" y="20415"/>
                  </a:lnTo>
                  <a:lnTo>
                    <a:pt x="13302" y="18798"/>
                  </a:lnTo>
                  <a:cubicBezTo>
                    <a:pt x="13180" y="18710"/>
                    <a:pt x="13012" y="18655"/>
                    <a:pt x="12825" y="18655"/>
                  </a:cubicBezTo>
                  <a:cubicBezTo>
                    <a:pt x="12604" y="18655"/>
                    <a:pt x="12418" y="18737"/>
                    <a:pt x="12294" y="18856"/>
                  </a:cubicBezTo>
                  <a:lnTo>
                    <a:pt x="12285" y="18851"/>
                  </a:lnTo>
                  <a:lnTo>
                    <a:pt x="10800" y="20291"/>
                  </a:lnTo>
                  <a:lnTo>
                    <a:pt x="9315" y="18851"/>
                  </a:lnTo>
                  <a:lnTo>
                    <a:pt x="9306" y="18856"/>
                  </a:lnTo>
                  <a:cubicBezTo>
                    <a:pt x="9182" y="18737"/>
                    <a:pt x="8996" y="18655"/>
                    <a:pt x="8775" y="18655"/>
                  </a:cubicBezTo>
                  <a:cubicBezTo>
                    <a:pt x="8589" y="18655"/>
                    <a:pt x="8420" y="18710"/>
                    <a:pt x="8298" y="18798"/>
                  </a:cubicBezTo>
                  <a:lnTo>
                    <a:pt x="6075" y="20415"/>
                  </a:lnTo>
                  <a:lnTo>
                    <a:pt x="3852" y="18798"/>
                  </a:lnTo>
                  <a:cubicBezTo>
                    <a:pt x="3730" y="18710"/>
                    <a:pt x="3562" y="18655"/>
                    <a:pt x="3375" y="18655"/>
                  </a:cubicBezTo>
                  <a:cubicBezTo>
                    <a:pt x="3188" y="18655"/>
                    <a:pt x="3020" y="18710"/>
                    <a:pt x="2898" y="18798"/>
                  </a:cubicBezTo>
                  <a:lnTo>
                    <a:pt x="1350" y="19924"/>
                  </a:lnTo>
                  <a:lnTo>
                    <a:pt x="1350" y="982"/>
                  </a:lnTo>
                  <a:lnTo>
                    <a:pt x="20250" y="982"/>
                  </a:lnTo>
                  <a:cubicBezTo>
                    <a:pt x="20250" y="982"/>
                    <a:pt x="20250" y="19924"/>
                    <a:pt x="20250" y="19924"/>
                  </a:cubicBezTo>
                  <a:close/>
                  <a:moveTo>
                    <a:pt x="20925" y="0"/>
                  </a:moveTo>
                  <a:lnTo>
                    <a:pt x="675" y="0"/>
                  </a:lnTo>
                  <a:cubicBezTo>
                    <a:pt x="302" y="0"/>
                    <a:pt x="0" y="220"/>
                    <a:pt x="0" y="491"/>
                  </a:cubicBezTo>
                  <a:lnTo>
                    <a:pt x="0" y="21109"/>
                  </a:lnTo>
                  <a:cubicBezTo>
                    <a:pt x="0" y="21380"/>
                    <a:pt x="302" y="21600"/>
                    <a:pt x="675" y="21600"/>
                  </a:cubicBezTo>
                  <a:cubicBezTo>
                    <a:pt x="862" y="21600"/>
                    <a:pt x="1031" y="21545"/>
                    <a:pt x="1152" y="21456"/>
                  </a:cubicBezTo>
                  <a:lnTo>
                    <a:pt x="3375" y="19840"/>
                  </a:lnTo>
                  <a:lnTo>
                    <a:pt x="5598" y="21456"/>
                  </a:lnTo>
                  <a:cubicBezTo>
                    <a:pt x="5720" y="21545"/>
                    <a:pt x="5888" y="21600"/>
                    <a:pt x="6075" y="21600"/>
                  </a:cubicBezTo>
                  <a:cubicBezTo>
                    <a:pt x="6262" y="21600"/>
                    <a:pt x="6431" y="21545"/>
                    <a:pt x="6552" y="21456"/>
                  </a:cubicBezTo>
                  <a:lnTo>
                    <a:pt x="8702" y="19893"/>
                  </a:lnTo>
                  <a:lnTo>
                    <a:pt x="10260" y="21404"/>
                  </a:lnTo>
                  <a:lnTo>
                    <a:pt x="10269" y="21399"/>
                  </a:lnTo>
                  <a:cubicBezTo>
                    <a:pt x="10393" y="21518"/>
                    <a:pt x="10579" y="21600"/>
                    <a:pt x="10800" y="21600"/>
                  </a:cubicBezTo>
                  <a:cubicBezTo>
                    <a:pt x="11021" y="21600"/>
                    <a:pt x="11207" y="21518"/>
                    <a:pt x="11331" y="21399"/>
                  </a:cubicBezTo>
                  <a:lnTo>
                    <a:pt x="11340" y="21404"/>
                  </a:lnTo>
                  <a:lnTo>
                    <a:pt x="12898" y="19893"/>
                  </a:lnTo>
                  <a:lnTo>
                    <a:pt x="15048" y="21456"/>
                  </a:lnTo>
                  <a:cubicBezTo>
                    <a:pt x="15170" y="21545"/>
                    <a:pt x="15338" y="21600"/>
                    <a:pt x="15525" y="21600"/>
                  </a:cubicBezTo>
                  <a:cubicBezTo>
                    <a:pt x="15712" y="21600"/>
                    <a:pt x="15881" y="21545"/>
                    <a:pt x="16002" y="21456"/>
                  </a:cubicBezTo>
                  <a:lnTo>
                    <a:pt x="18225" y="19840"/>
                  </a:lnTo>
                  <a:lnTo>
                    <a:pt x="20448" y="21456"/>
                  </a:lnTo>
                  <a:cubicBezTo>
                    <a:pt x="20570" y="21545"/>
                    <a:pt x="20738" y="21600"/>
                    <a:pt x="20925" y="21600"/>
                  </a:cubicBezTo>
                  <a:cubicBezTo>
                    <a:pt x="21298" y="21600"/>
                    <a:pt x="21600" y="21380"/>
                    <a:pt x="21600" y="21109"/>
                  </a:cubicBezTo>
                  <a:lnTo>
                    <a:pt x="21600" y="491"/>
                  </a:lnTo>
                  <a:cubicBezTo>
                    <a:pt x="21600" y="220"/>
                    <a:pt x="21298" y="0"/>
                    <a:pt x="20925" y="0"/>
                  </a:cubicBezTo>
                  <a:moveTo>
                    <a:pt x="16200" y="1964"/>
                  </a:moveTo>
                  <a:lnTo>
                    <a:pt x="14850" y="1964"/>
                  </a:lnTo>
                  <a:lnTo>
                    <a:pt x="14850" y="7855"/>
                  </a:lnTo>
                  <a:lnTo>
                    <a:pt x="16200" y="7855"/>
                  </a:lnTo>
                  <a:cubicBezTo>
                    <a:pt x="16200" y="7855"/>
                    <a:pt x="16200" y="1964"/>
                    <a:pt x="16200" y="1964"/>
                  </a:cubicBezTo>
                  <a:close/>
                  <a:moveTo>
                    <a:pt x="18900" y="1964"/>
                  </a:moveTo>
                  <a:lnTo>
                    <a:pt x="17550" y="1964"/>
                  </a:lnTo>
                  <a:lnTo>
                    <a:pt x="17550" y="7855"/>
                  </a:lnTo>
                  <a:lnTo>
                    <a:pt x="18900" y="7855"/>
                  </a:lnTo>
                  <a:cubicBezTo>
                    <a:pt x="18900" y="7855"/>
                    <a:pt x="18900" y="1964"/>
                    <a:pt x="18900" y="1964"/>
                  </a:cubicBezTo>
                  <a:close/>
                  <a:moveTo>
                    <a:pt x="10800" y="1964"/>
                  </a:moveTo>
                  <a:lnTo>
                    <a:pt x="9450" y="1964"/>
                  </a:lnTo>
                  <a:lnTo>
                    <a:pt x="9450" y="7855"/>
                  </a:lnTo>
                  <a:lnTo>
                    <a:pt x="10800" y="7855"/>
                  </a:lnTo>
                  <a:cubicBezTo>
                    <a:pt x="10800" y="7855"/>
                    <a:pt x="10800" y="1964"/>
                    <a:pt x="10800" y="1964"/>
                  </a:cubicBezTo>
                  <a:close/>
                  <a:moveTo>
                    <a:pt x="8100" y="1964"/>
                  </a:moveTo>
                  <a:lnTo>
                    <a:pt x="5400" y="1964"/>
                  </a:lnTo>
                  <a:lnTo>
                    <a:pt x="5400" y="7855"/>
                  </a:lnTo>
                  <a:lnTo>
                    <a:pt x="8100" y="7855"/>
                  </a:lnTo>
                  <a:cubicBezTo>
                    <a:pt x="8100" y="7855"/>
                    <a:pt x="8100" y="1964"/>
                    <a:pt x="8100" y="1964"/>
                  </a:cubicBezTo>
                  <a:close/>
                  <a:moveTo>
                    <a:pt x="13500" y="1964"/>
                  </a:moveTo>
                  <a:lnTo>
                    <a:pt x="12150" y="1964"/>
                  </a:lnTo>
                  <a:lnTo>
                    <a:pt x="12150" y="7855"/>
                  </a:lnTo>
                  <a:lnTo>
                    <a:pt x="13500" y="7855"/>
                  </a:lnTo>
                  <a:cubicBezTo>
                    <a:pt x="13500" y="7855"/>
                    <a:pt x="13500" y="1964"/>
                    <a:pt x="13500" y="1964"/>
                  </a:cubicBezTo>
                  <a:close/>
                </a:path>
              </a:pathLst>
            </a:custGeom>
            <a:solidFill>
              <a:schemeClr val="accent1"/>
            </a:solidFill>
            <a:ln w="12700">
              <a:miter lim="400000"/>
            </a:ln>
          </p:spPr>
          <p:txBody>
            <a:bodyPr lIns="19045" tIns="19045" rIns="19045" bIns="19045" anchor="ct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微软雅黑 Light" panose="020B0502040204020203" pitchFamily="34" charset="-122"/>
                <a:ea typeface="微软雅黑 Light" panose="020B0502040204020203" pitchFamily="34" charset="-122"/>
                <a:cs typeface="Gill Sans"/>
                <a:sym typeface="Gill Sans"/>
              </a:endParaRPr>
            </a:p>
          </p:txBody>
        </p:sp>
        <p:sp>
          <p:nvSpPr>
            <p:cNvPr id="25" name="TextBox 23"/>
            <p:cNvSpPr txBox="1"/>
            <p:nvPr/>
          </p:nvSpPr>
          <p:spPr>
            <a:xfrm>
              <a:off x="1131929" y="2098651"/>
              <a:ext cx="2042059" cy="353189"/>
            </a:xfrm>
            <a:prstGeom prst="rect">
              <a:avLst/>
            </a:prstGeom>
            <a:noFill/>
          </p:spPr>
          <p:txBody>
            <a:bodyPr wrap="none" rtlCol="0">
              <a:spAutoFit/>
            </a:bodyPr>
            <a:lstStyle/>
            <a:p>
              <a:r>
                <a:rPr lang="en-US" altLang="zh-CN" b="1" dirty="0">
                  <a:solidFill>
                    <a:schemeClr val="tx1">
                      <a:lumMod val="50000"/>
                    </a:schemeClr>
                  </a:solidFill>
                  <a:latin typeface="微软雅黑 Light" panose="020B0502040204020203" pitchFamily="34" charset="-122"/>
                  <a:ea typeface="微软雅黑 Light" panose="020B0502040204020203" pitchFamily="34" charset="-122"/>
                  <a:cs typeface="Lato Regular" panose="020F0502020204030203" pitchFamily="34" charset="0"/>
                </a:rPr>
                <a:t>Add your title here</a:t>
              </a:r>
              <a:endParaRPr lang="id-ID" b="1" dirty="0">
                <a:solidFill>
                  <a:schemeClr val="tx1">
                    <a:lumMod val="50000"/>
                  </a:schemeClr>
                </a:solidFill>
                <a:latin typeface="微软雅黑 Light" panose="020B0502040204020203" pitchFamily="34" charset="-122"/>
                <a:ea typeface="微软雅黑 Light" panose="020B0502040204020203" pitchFamily="34" charset="-122"/>
                <a:cs typeface="Lato Regular" panose="020F0502020204030203" pitchFamily="34" charset="0"/>
              </a:endParaRPr>
            </a:p>
          </p:txBody>
        </p:sp>
        <p:sp>
          <p:nvSpPr>
            <p:cNvPr id="26" name="文本框 25"/>
            <p:cNvSpPr txBox="1"/>
            <p:nvPr/>
          </p:nvSpPr>
          <p:spPr>
            <a:xfrm>
              <a:off x="858337" y="4834829"/>
              <a:ext cx="1767928" cy="7573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27" name="文本框 26"/>
            <p:cNvSpPr txBox="1"/>
            <p:nvPr/>
          </p:nvSpPr>
          <p:spPr>
            <a:xfrm>
              <a:off x="1187507" y="4529811"/>
              <a:ext cx="1109587" cy="3237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28" name="文本框 27"/>
            <p:cNvSpPr txBox="1"/>
            <p:nvPr/>
          </p:nvSpPr>
          <p:spPr>
            <a:xfrm>
              <a:off x="3763582" y="4834829"/>
              <a:ext cx="1767928" cy="7573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29" name="文本框 28"/>
            <p:cNvSpPr txBox="1"/>
            <p:nvPr/>
          </p:nvSpPr>
          <p:spPr>
            <a:xfrm>
              <a:off x="4092752" y="4529811"/>
              <a:ext cx="1109587" cy="3237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30" name="文本框 29"/>
            <p:cNvSpPr txBox="1"/>
            <p:nvPr/>
          </p:nvSpPr>
          <p:spPr>
            <a:xfrm>
              <a:off x="6668827" y="4834829"/>
              <a:ext cx="1767928" cy="7573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31" name="文本框 30"/>
            <p:cNvSpPr txBox="1"/>
            <p:nvPr/>
          </p:nvSpPr>
          <p:spPr>
            <a:xfrm>
              <a:off x="6997997" y="4529811"/>
              <a:ext cx="1109587" cy="3237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32" name="文本框 31"/>
            <p:cNvSpPr txBox="1"/>
            <p:nvPr/>
          </p:nvSpPr>
          <p:spPr>
            <a:xfrm>
              <a:off x="9574072" y="4834829"/>
              <a:ext cx="1767928" cy="7573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050" dirty="0">
                  <a:solidFill>
                    <a:schemeClr val="tx1">
                      <a:lumMod val="75000"/>
                      <a:lumOff val="25000"/>
                    </a:schemeClr>
                  </a:solidFill>
                  <a:latin typeface="微软雅黑 Light" panose="020B0502040204020203" pitchFamily="34" charset="-122"/>
                  <a:ea typeface="微软雅黑 Light" panose="020B0502040204020203" pitchFamily="34" charset="-122"/>
                </a:rPr>
                <a:t>点击文本框即可进行编辑输入相关内容点击文本框即可进行编辑输入相关内容</a:t>
              </a:r>
            </a:p>
          </p:txBody>
        </p:sp>
        <p:sp>
          <p:nvSpPr>
            <p:cNvPr id="33" name="文本框 32"/>
            <p:cNvSpPr txBox="1"/>
            <p:nvPr/>
          </p:nvSpPr>
          <p:spPr>
            <a:xfrm>
              <a:off x="9903242" y="4529811"/>
              <a:ext cx="1109587" cy="3237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编辑标题</a:t>
              </a:r>
            </a:p>
          </p:txBody>
        </p:sp>
        <p:sp>
          <p:nvSpPr>
            <p:cNvPr id="34" name="Shape 717"/>
            <p:cNvSpPr txBox="1"/>
            <p:nvPr/>
          </p:nvSpPr>
          <p:spPr>
            <a:xfrm>
              <a:off x="1210657" y="2668622"/>
              <a:ext cx="9927606" cy="579613"/>
            </a:xfrm>
            <a:prstGeom prst="rect">
              <a:avLst/>
            </a:prstGeom>
            <a:noFill/>
            <a:ln>
              <a:noFill/>
            </a:ln>
          </p:spPr>
          <p:txBody>
            <a:bodyPr lIns="0" tIns="0" rIns="0" bIns="0" anchor="t" anchorCtr="0">
              <a:noAutofit/>
            </a:bodyPr>
            <a:lstStyle/>
            <a:p>
              <a:pPr>
                <a:lnSpc>
                  <a:spcPct val="150000"/>
                </a:lnSpc>
                <a:defRPr/>
              </a:pPr>
              <a:r>
                <a:rPr lang="en-US" altLang="zh-CN" sz="1050"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rPr>
                <a:t>A company is an association or collection of individuals, whether natural persons, legal persons, or a mixture of both a company is an association or collection of individuals, whether natural persons, legal persons, or a mixture of both a company is an association or collection of individuals</a:t>
              </a:r>
            </a:p>
            <a:p>
              <a:pPr>
                <a:lnSpc>
                  <a:spcPct val="150000"/>
                </a:lnSpc>
                <a:defRPr/>
              </a:pPr>
              <a:endParaRPr lang="en-US" altLang="zh-CN" sz="1050" dirty="0">
                <a:solidFill>
                  <a:schemeClr val="tx1">
                    <a:lumMod val="75000"/>
                    <a:lumOff val="25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a:lnSpc>
                  <a:spcPct val="150000"/>
                </a:lnSpc>
                <a:defRPr/>
              </a:pPr>
              <a:endParaRPr lang="en-US" altLang="zh-CN" sz="105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sp>
        <p:nvSpPr>
          <p:cNvPr id="2" name="文本框 1"/>
          <p:cNvSpPr txBox="1"/>
          <p:nvPr/>
        </p:nvSpPr>
        <p:spPr>
          <a:xfrm>
            <a:off x="1904365" y="261620"/>
            <a:ext cx="1179830" cy="521970"/>
          </a:xfrm>
          <a:prstGeom prst="rect">
            <a:avLst/>
          </a:prstGeom>
          <a:noFill/>
        </p:spPr>
        <p:txBody>
          <a:bodyPr wrap="square" rtlCol="0">
            <a:spAutoFit/>
          </a:bodyPr>
          <a:lstStyle/>
          <a:p>
            <a:pPr lvl="0">
              <a:defRPr/>
            </a:pPr>
            <a:r>
              <a:rPr lang="zh-CN" altLang="en-US" sz="2800" b="1" dirty="0">
                <a:solidFill>
                  <a:schemeClr val="accent1"/>
                </a:solidFill>
                <a:latin typeface="Arial" panose="020B0604020202020204"/>
                <a:ea typeface="微软雅黑" panose="020B0503020204020204" pitchFamily="34" charset="-122"/>
              </a:rPr>
              <a:t>标题</a:t>
            </a:r>
          </a:p>
        </p:txBody>
      </p:sp>
      <p:pic>
        <p:nvPicPr>
          <p:cNvPr id="3" name="图片 2" descr="19年logo红色"/>
          <p:cNvPicPr>
            <a:picLocks noChangeAspect="1"/>
          </p:cNvPicPr>
          <p:nvPr>
            <p:custDataLst>
              <p:tags r:id="rId1"/>
            </p:custDataLst>
          </p:nvPr>
        </p:nvPicPr>
        <p:blipFill>
          <a:blip r:embed="rId3"/>
          <a:stretch>
            <a:fillRect/>
          </a:stretch>
        </p:blipFill>
        <p:spPr>
          <a:xfrm>
            <a:off x="10475595" y="444500"/>
            <a:ext cx="1505585" cy="3994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803929" y="2623647"/>
            <a:ext cx="4399176" cy="4234353"/>
            <a:chOff x="7592992" y="2420613"/>
            <a:chExt cx="4610113" cy="4437387"/>
          </a:xfrm>
        </p:grpSpPr>
        <p:sp>
          <p:nvSpPr>
            <p:cNvPr id="8" name="等腰三角形 7"/>
            <p:cNvSpPr/>
            <p:nvPr/>
          </p:nvSpPr>
          <p:spPr>
            <a:xfrm rot="16200000">
              <a:off x="10229009" y="3817071"/>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6200000">
              <a:off x="8715976" y="3383217"/>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5400000" flipH="1">
              <a:off x="10532190" y="5859931"/>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6200000">
              <a:off x="10064470" y="4171996"/>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16200000">
              <a:off x="11038249" y="2506898"/>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5400000" flipH="1">
              <a:off x="11038249" y="3132470"/>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a:off x="9959670" y="3132470"/>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 y="0"/>
            <a:ext cx="4250395" cy="4102133"/>
            <a:chOff x="1" y="0"/>
            <a:chExt cx="4597768" cy="4437389"/>
          </a:xfrm>
        </p:grpSpPr>
        <p:sp>
          <p:nvSpPr>
            <p:cNvPr id="14" name="等腰三角形 13"/>
            <p:cNvSpPr/>
            <p:nvPr/>
          </p:nvSpPr>
          <p:spPr>
            <a:xfrm rot="16200000" flipH="1" flipV="1">
              <a:off x="-145315" y="1224485"/>
              <a:ext cx="2107075" cy="1816444"/>
            </a:xfrm>
            <a:prstGeom prst="triangle">
              <a:avLst/>
            </a:prstGeom>
            <a:solidFill>
              <a:srgbClr val="D7D9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rot="16200000" flipH="1" flipV="1">
              <a:off x="1122985" y="-1122984"/>
              <a:ext cx="2351799" cy="4597768"/>
            </a:xfrm>
            <a:prstGeom prst="rtTriangle">
              <a:avLst/>
            </a:prstGeom>
            <a:solidFill>
              <a:srgbClr val="353A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5400000" flipV="1">
              <a:off x="995404" y="-322556"/>
              <a:ext cx="675512" cy="1320626"/>
            </a:xfrm>
            <a:prstGeom prst="rtTriangle">
              <a:avLst/>
            </a:prstGeom>
            <a:solidFill>
              <a:srgbClr val="DC4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flipV="1">
              <a:off x="-157503" y="717213"/>
              <a:ext cx="2283799" cy="1968792"/>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16200000" flipH="1" flipV="1">
              <a:off x="-86284" y="3272532"/>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flipV="1">
              <a:off x="-86284" y="2646961"/>
              <a:ext cx="1251142" cy="1078571"/>
            </a:xfrm>
            <a:prstGeom prst="triangle">
              <a:avLst/>
            </a:prstGeom>
            <a:solidFill>
              <a:srgbClr val="BD4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6200000" flipH="1" flipV="1">
              <a:off x="992295" y="2646961"/>
              <a:ext cx="1251142" cy="1078571"/>
            </a:xfrm>
            <a:prstGeom prst="triangle">
              <a:avLst/>
            </a:prstGeom>
            <a:solidFill>
              <a:srgbClr val="DC46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Rectangle 11"/>
          <p:cNvSpPr>
            <a:spLocks noChangeArrowheads="1"/>
          </p:cNvSpPr>
          <p:nvPr userDrawn="1"/>
        </p:nvSpPr>
        <p:spPr bwMode="auto">
          <a:xfrm>
            <a:off x="248920" y="6035040"/>
            <a:ext cx="2504440" cy="824230"/>
          </a:xfrm>
          <a:prstGeom prst="rect">
            <a:avLst/>
          </a:prstGeom>
          <a:noFill/>
          <a:ln w="9525">
            <a:noFill/>
            <a:miter lim="800000"/>
          </a:ln>
          <a:effectLst/>
        </p:spPr>
        <p:txBody>
          <a:bodyPr/>
          <a:lstStyle/>
          <a:p>
            <a:pPr algn="l">
              <a:spcBef>
                <a:spcPts val="600"/>
              </a:spcBef>
              <a:buClr>
                <a:schemeClr val="accent1"/>
              </a:buClr>
              <a:buSzPct val="76000"/>
              <a:buFont typeface="Wingdings 3" panose="05040102010807070707" pitchFamily="18" charset="2"/>
              <a:buNone/>
              <a:defRPr/>
            </a:pPr>
            <a:r>
              <a:rPr lang="zh-CN" altLang="en-US">
                <a:solidFill>
                  <a:srgbClr val="353A43"/>
                </a:solidFill>
                <a:latin typeface="微软雅黑" panose="020B0503020204020204" pitchFamily="34" charset="-122"/>
                <a:ea typeface="微软雅黑" panose="020B0503020204020204" pitchFamily="34" charset="-122"/>
                <a:sym typeface="+mn-ea"/>
              </a:rPr>
              <a:t>华清远见教育集团</a:t>
            </a:r>
          </a:p>
          <a:p>
            <a:pPr algn="l">
              <a:spcBef>
                <a:spcPts val="600"/>
              </a:spcBef>
              <a:buClr>
                <a:schemeClr val="accent1"/>
              </a:buClr>
              <a:buSzPct val="76000"/>
              <a:buFont typeface="Wingdings 3" panose="05040102010807070707" pitchFamily="18" charset="2"/>
              <a:buNone/>
              <a:defRPr/>
            </a:pPr>
            <a:r>
              <a:rPr lang="zh-CN" altLang="en-US" sz="1600">
                <a:solidFill>
                  <a:srgbClr val="353A43"/>
                </a:solidFill>
                <a:latin typeface="微软雅黑" panose="020B0503020204020204" pitchFamily="34" charset="-122"/>
                <a:ea typeface="微软雅黑" panose="020B0503020204020204" pitchFamily="34" charset="-122"/>
                <a:sym typeface="+mn-ea"/>
              </a:rPr>
              <a:t>www.</a:t>
            </a:r>
            <a:r>
              <a:rPr lang="en-US" altLang="zh-CN" sz="1600">
                <a:solidFill>
                  <a:srgbClr val="353A43"/>
                </a:solidFill>
                <a:latin typeface="微软雅黑" panose="020B0503020204020204" pitchFamily="34" charset="-122"/>
                <a:ea typeface="微软雅黑" panose="020B0503020204020204" pitchFamily="34" charset="-122"/>
                <a:sym typeface="+mn-ea"/>
              </a:rPr>
              <a:t>hqyj</a:t>
            </a:r>
            <a:r>
              <a:rPr lang="zh-CN" altLang="en-US" sz="1600">
                <a:solidFill>
                  <a:srgbClr val="353A43"/>
                </a:solidFill>
                <a:latin typeface="微软雅黑" panose="020B0503020204020204" pitchFamily="34" charset="-122"/>
                <a:ea typeface="微软雅黑" panose="020B0503020204020204" pitchFamily="34" charset="-122"/>
                <a:sym typeface="+mn-ea"/>
              </a:rPr>
              <a:t>.com</a:t>
            </a:r>
          </a:p>
        </p:txBody>
      </p:sp>
      <p:sp>
        <p:nvSpPr>
          <p:cNvPr id="22" name="TextBox 34"/>
          <p:cNvSpPr txBox="1"/>
          <p:nvPr/>
        </p:nvSpPr>
        <p:spPr>
          <a:xfrm>
            <a:off x="2712720" y="1917700"/>
            <a:ext cx="7096125" cy="2122805"/>
          </a:xfrm>
          <a:prstGeom prst="rect">
            <a:avLst/>
          </a:prstGeom>
          <a:noFill/>
        </p:spPr>
        <p:txBody>
          <a:bodyPr wrap="square" rtlCol="0">
            <a:spAutoFit/>
          </a:bodyPr>
          <a:lstStyle/>
          <a:p>
            <a:pPr algn="l">
              <a:lnSpc>
                <a:spcPct val="150000"/>
              </a:lnSpc>
            </a:pPr>
            <a:r>
              <a:rPr lang="en-US" altLang="zh-CN" sz="8800" b="1" dirty="0">
                <a:solidFill>
                  <a:srgbClr val="353A43">
                    <a:alpha val="7000"/>
                  </a:srgbClr>
                </a:solidFill>
                <a:latin typeface="微软雅黑" panose="020B0503020204020204" pitchFamily="34" charset="-122"/>
                <a:ea typeface="微软雅黑" panose="020B0503020204020204" pitchFamily="34" charset="-122"/>
              </a:rPr>
              <a:t>Thank  you</a:t>
            </a:r>
          </a:p>
        </p:txBody>
      </p:sp>
      <p:sp>
        <p:nvSpPr>
          <p:cNvPr id="35" name="TextBox 34"/>
          <p:cNvSpPr txBox="1"/>
          <p:nvPr/>
        </p:nvSpPr>
        <p:spPr>
          <a:xfrm>
            <a:off x="3886518" y="1845945"/>
            <a:ext cx="4418965" cy="1014730"/>
          </a:xfrm>
          <a:prstGeom prst="rect">
            <a:avLst/>
          </a:prstGeom>
          <a:noFill/>
        </p:spPr>
        <p:txBody>
          <a:bodyPr wrap="square" rtlCol="0">
            <a:spAutoFit/>
          </a:bodyPr>
          <a:lstStyle/>
          <a:p>
            <a:pPr algn="dist"/>
            <a:r>
              <a:rPr lang="zh-CN" altLang="en-US" sz="6000" b="1" dirty="0">
                <a:solidFill>
                  <a:srgbClr val="353A43"/>
                </a:solidFill>
                <a:latin typeface="微软雅黑" panose="020B0503020204020204" pitchFamily="34" charset="-122"/>
                <a:ea typeface="微软雅黑" panose="020B0503020204020204" pitchFamily="34" charset="-122"/>
              </a:rPr>
              <a:t>谢谢观看</a:t>
            </a:r>
          </a:p>
        </p:txBody>
      </p:sp>
      <p:grpSp>
        <p:nvGrpSpPr>
          <p:cNvPr id="4" name="组合 3"/>
          <p:cNvGrpSpPr/>
          <p:nvPr/>
        </p:nvGrpSpPr>
        <p:grpSpPr>
          <a:xfrm>
            <a:off x="3951605" y="3717290"/>
            <a:ext cx="4288790" cy="1809750"/>
            <a:chOff x="6479" y="6080"/>
            <a:chExt cx="6754" cy="2850"/>
          </a:xfrm>
        </p:grpSpPr>
        <p:grpSp>
          <p:nvGrpSpPr>
            <p:cNvPr id="12" name="组合 11"/>
            <p:cNvGrpSpPr/>
            <p:nvPr/>
          </p:nvGrpSpPr>
          <p:grpSpPr>
            <a:xfrm>
              <a:off x="6479" y="6080"/>
              <a:ext cx="2604" cy="2851"/>
              <a:chOff x="5975" y="1592"/>
              <a:chExt cx="2604" cy="2851"/>
            </a:xfrm>
          </p:grpSpPr>
          <p:pic>
            <p:nvPicPr>
              <p:cNvPr id="13" name="图片 12" descr="图层 1"/>
              <p:cNvPicPr>
                <a:picLocks noChangeAspect="1"/>
              </p:cNvPicPr>
              <p:nvPr/>
            </p:nvPicPr>
            <p:blipFill>
              <a:blip r:embed="rId2"/>
              <a:stretch>
                <a:fillRect/>
              </a:stretch>
            </p:blipFill>
            <p:spPr>
              <a:xfrm>
                <a:off x="6197" y="1592"/>
                <a:ext cx="2160" cy="2160"/>
              </a:xfrm>
              <a:prstGeom prst="rect">
                <a:avLst/>
              </a:prstGeom>
            </p:spPr>
          </p:pic>
          <p:sp>
            <p:nvSpPr>
              <p:cNvPr id="21" name="文本框 20"/>
              <p:cNvSpPr txBox="1"/>
              <p:nvPr/>
            </p:nvSpPr>
            <p:spPr>
              <a:xfrm>
                <a:off x="5975" y="3961"/>
                <a:ext cx="2605" cy="483"/>
              </a:xfrm>
              <a:prstGeom prst="rect">
                <a:avLst/>
              </a:prstGeom>
              <a:noFill/>
            </p:spPr>
            <p:txBody>
              <a:bodyPr wrap="none" rtlCol="0">
                <a:spAutoFit/>
              </a:bodyPr>
              <a:lstStyle/>
              <a:p>
                <a:r>
                  <a:rPr lang="zh-CN" altLang="en-US" sz="1400">
                    <a:solidFill>
                      <a:srgbClr val="353A43"/>
                    </a:solidFill>
                  </a:rPr>
                  <a:t>海量视频</a:t>
                </a:r>
                <a:r>
                  <a:rPr lang="en-US" altLang="zh-CN" sz="1400">
                    <a:solidFill>
                      <a:srgbClr val="353A43"/>
                    </a:solidFill>
                  </a:rPr>
                  <a:t> </a:t>
                </a:r>
                <a:r>
                  <a:rPr lang="zh-CN" altLang="en-US" sz="1400">
                    <a:solidFill>
                      <a:srgbClr val="353A43"/>
                    </a:solidFill>
                  </a:rPr>
                  <a:t>贴身学习</a:t>
                </a:r>
              </a:p>
            </p:txBody>
          </p:sp>
        </p:grpSp>
        <p:grpSp>
          <p:nvGrpSpPr>
            <p:cNvPr id="23" name="组合 22"/>
            <p:cNvGrpSpPr/>
            <p:nvPr/>
          </p:nvGrpSpPr>
          <p:grpSpPr>
            <a:xfrm>
              <a:off x="10629" y="6080"/>
              <a:ext cx="2604" cy="2851"/>
              <a:chOff x="9560" y="1592"/>
              <a:chExt cx="2604" cy="2851"/>
            </a:xfrm>
          </p:grpSpPr>
          <p:pic>
            <p:nvPicPr>
              <p:cNvPr id="24" name="图片 23" descr="图层 2"/>
              <p:cNvPicPr>
                <a:picLocks noChangeAspect="1"/>
              </p:cNvPicPr>
              <p:nvPr/>
            </p:nvPicPr>
            <p:blipFill>
              <a:blip r:embed="rId3"/>
              <a:stretch>
                <a:fillRect/>
              </a:stretch>
            </p:blipFill>
            <p:spPr>
              <a:xfrm>
                <a:off x="9775" y="1592"/>
                <a:ext cx="2175" cy="2160"/>
              </a:xfrm>
              <a:prstGeom prst="rect">
                <a:avLst/>
              </a:prstGeom>
            </p:spPr>
          </p:pic>
          <p:sp>
            <p:nvSpPr>
              <p:cNvPr id="27" name="文本框 26"/>
              <p:cNvSpPr txBox="1"/>
              <p:nvPr/>
            </p:nvSpPr>
            <p:spPr>
              <a:xfrm>
                <a:off x="9560" y="3961"/>
                <a:ext cx="2605" cy="483"/>
              </a:xfrm>
              <a:prstGeom prst="rect">
                <a:avLst/>
              </a:prstGeom>
              <a:noFill/>
            </p:spPr>
            <p:txBody>
              <a:bodyPr wrap="none" rtlCol="0">
                <a:spAutoFit/>
              </a:bodyPr>
              <a:lstStyle/>
              <a:p>
                <a:r>
                  <a:rPr lang="zh-CN" sz="1400">
                    <a:solidFill>
                      <a:srgbClr val="353A43"/>
                    </a:solidFill>
                  </a:rPr>
                  <a:t>超多干货</a:t>
                </a:r>
                <a:r>
                  <a:rPr lang="en-US" altLang="zh-CN" sz="1400">
                    <a:solidFill>
                      <a:srgbClr val="353A43"/>
                    </a:solidFill>
                  </a:rPr>
                  <a:t> </a:t>
                </a:r>
                <a:r>
                  <a:rPr lang="zh-CN" altLang="en-US" sz="1400">
                    <a:solidFill>
                      <a:srgbClr val="353A43"/>
                    </a:solidFill>
                  </a:rPr>
                  <a:t>实时更新</a:t>
                </a:r>
              </a:p>
            </p:txBody>
          </p:sp>
        </p:gr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ccb0cb7-2787-4c1b-bf14-a8cabe0d33ce"/>
  <p:tag name="COMMONDATA" val="eyJjb3VudCI6MTEsImhkaWQiOiIzNzZlYTZhNjVmZDM0MjYxYzJlZjVlYmQyZjU4ZmFhYSIsInVzZXJDb3VudCI6MX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97,&quot;width&quot;:19200}"/>
  <p:tag name="KSO_WM_BEAUTIFY_FLAG" val=""/>
</p:tagLst>
</file>

<file path=ppt/theme/theme1.xml><?xml version="1.0" encoding="utf-8"?>
<a:theme xmlns:a="http://schemas.openxmlformats.org/drawingml/2006/main" name="Office 主题​​">
  <a:themeElements>
    <a:clrScheme name="自定义 1763">
      <a:dk1>
        <a:sysClr val="windowText" lastClr="000000"/>
      </a:dk1>
      <a:lt1>
        <a:sysClr val="window" lastClr="FFFFFF"/>
      </a:lt1>
      <a:dk2>
        <a:srgbClr val="44546A"/>
      </a:dk2>
      <a:lt2>
        <a:srgbClr val="E7E6E6"/>
      </a:lt2>
      <a:accent1>
        <a:srgbClr val="DC4649"/>
      </a:accent1>
      <a:accent2>
        <a:srgbClr val="2B3D4E"/>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836</Words>
  <Application>Microsoft Office PowerPoint</Application>
  <PresentationFormat>宽屏</PresentationFormat>
  <Paragraphs>118</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等线</vt:lpstr>
      <vt:lpstr>等线 Light</vt:lpstr>
      <vt:lpstr>华文细黑</vt:lpstr>
      <vt:lpstr>微软雅黑</vt:lpstr>
      <vt:lpstr>微软雅黑 Light</vt:lpstr>
      <vt:lpstr>Arial</vt:lpstr>
      <vt:lpstr>Impact</vt:lpstr>
      <vt:lpstr>Wingdings 3</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稻壳儿演示武汉组</dc:creator>
  <cp:lastModifiedBy>启昕 杨</cp:lastModifiedBy>
  <cp:revision>62</cp:revision>
  <dcterms:created xsi:type="dcterms:W3CDTF">2019-10-29T02:56:00Z</dcterms:created>
  <dcterms:modified xsi:type="dcterms:W3CDTF">2026-03-30T02:45:52Z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KSOTemplateUUID">
    <vt:lpwstr>v1.0_mb_ip8/ZVMMefw+ZfWRJMcEXQ==</vt:lpwstr>
  </property>
  <property fmtid="{D5CDD505-2E9C-101B-9397-08002B2CF9AE}" pid="4" name="ICV">
    <vt:lpwstr>83BCADB1EB3A402C8702FEFFE7E4ABFC</vt:lpwstr>
  </property>
</Properties>
</file>